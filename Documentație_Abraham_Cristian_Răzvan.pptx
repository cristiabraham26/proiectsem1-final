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sldIdLst>
    <p:sldId id="256" r:id="rId4"/>
    <p:sldId id="342" r:id="rId5"/>
    <p:sldId id="298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08" r:id="rId19"/>
    <p:sldId id="355" r:id="rId20"/>
    <p:sldId id="357" r:id="rId21"/>
    <p:sldId id="358" r:id="rId22"/>
    <p:sldId id="359" r:id="rId23"/>
    <p:sldId id="316" r:id="rId24"/>
    <p:sldId id="30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600" y="96"/>
      </p:cViewPr>
      <p:guideLst>
        <p:guide orient="horz" pos="22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9B5C313C-9909-469D-8AF9-D4F3DA949E2A}"/>
              </a:ext>
            </a:extLst>
          </p:cNvPr>
          <p:cNvSpPr/>
          <p:nvPr userDrawn="1"/>
        </p:nvSpPr>
        <p:spPr>
          <a:xfrm>
            <a:off x="0" y="0"/>
            <a:ext cx="12192000" cy="11965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A101864-0A78-4DA0-B3D6-C3BCE08BDE4E}"/>
              </a:ext>
            </a:extLst>
          </p:cNvPr>
          <p:cNvSpPr/>
          <p:nvPr userDrawn="1"/>
        </p:nvSpPr>
        <p:spPr>
          <a:xfrm>
            <a:off x="10060426" y="0"/>
            <a:ext cx="2131574" cy="1251701"/>
          </a:xfrm>
          <a:custGeom>
            <a:avLst/>
            <a:gdLst>
              <a:gd name="connsiteX0" fmla="*/ 1468556 w 2131574"/>
              <a:gd name="connsiteY0" fmla="*/ 207970 h 1251701"/>
              <a:gd name="connsiteX1" fmla="*/ 765847 w 2131574"/>
              <a:gd name="connsiteY1" fmla="*/ 477621 h 1251701"/>
              <a:gd name="connsiteX2" fmla="*/ 989468 w 2131574"/>
              <a:gd name="connsiteY2" fmla="*/ 563908 h 1251701"/>
              <a:gd name="connsiteX3" fmla="*/ 1692178 w 2131574"/>
              <a:gd name="connsiteY3" fmla="*/ 294162 h 1251701"/>
              <a:gd name="connsiteX4" fmla="*/ 1654318 w 2131574"/>
              <a:gd name="connsiteY4" fmla="*/ 0 h 1251701"/>
              <a:gd name="connsiteX5" fmla="*/ 2022772 w 2131574"/>
              <a:gd name="connsiteY5" fmla="*/ 0 h 1251701"/>
              <a:gd name="connsiteX6" fmla="*/ 2131574 w 2131574"/>
              <a:gd name="connsiteY6" fmla="*/ 41936 h 1251701"/>
              <a:gd name="connsiteX7" fmla="*/ 2131574 w 2131574"/>
              <a:gd name="connsiteY7" fmla="*/ 466298 h 1251701"/>
              <a:gd name="connsiteX8" fmla="*/ 2111480 w 2131574"/>
              <a:gd name="connsiteY8" fmla="*/ 475348 h 1251701"/>
              <a:gd name="connsiteX9" fmla="*/ 2110534 w 2131574"/>
              <a:gd name="connsiteY9" fmla="*/ 711492 h 1251701"/>
              <a:gd name="connsiteX10" fmla="*/ 2074362 w 2131574"/>
              <a:gd name="connsiteY10" fmla="*/ 725354 h 1251701"/>
              <a:gd name="connsiteX11" fmla="*/ 2072088 w 2131574"/>
              <a:gd name="connsiteY11" fmla="*/ 488705 h 1251701"/>
              <a:gd name="connsiteX12" fmla="*/ 2033263 w 2131574"/>
              <a:gd name="connsiteY12" fmla="*/ 500423 h 1251701"/>
              <a:gd name="connsiteX13" fmla="*/ 2033061 w 2131574"/>
              <a:gd name="connsiteY13" fmla="*/ 445358 h 1251701"/>
              <a:gd name="connsiteX14" fmla="*/ 1953489 w 2131574"/>
              <a:gd name="connsiteY14" fmla="*/ 475816 h 1251701"/>
              <a:gd name="connsiteX15" fmla="*/ 1952964 w 2131574"/>
              <a:gd name="connsiteY15" fmla="*/ 533941 h 1251701"/>
              <a:gd name="connsiteX16" fmla="*/ 1915844 w 2131574"/>
              <a:gd name="connsiteY16" fmla="*/ 550576 h 1251701"/>
              <a:gd name="connsiteX17" fmla="*/ 1914897 w 2131574"/>
              <a:gd name="connsiteY17" fmla="*/ 786594 h 1251701"/>
              <a:gd name="connsiteX18" fmla="*/ 1878914 w 2131574"/>
              <a:gd name="connsiteY18" fmla="*/ 800581 h 1251701"/>
              <a:gd name="connsiteX19" fmla="*/ 1876454 w 2131574"/>
              <a:gd name="connsiteY19" fmla="*/ 563933 h 1251701"/>
              <a:gd name="connsiteX20" fmla="*/ 1837626 w 2131574"/>
              <a:gd name="connsiteY20" fmla="*/ 575651 h 1251701"/>
              <a:gd name="connsiteX21" fmla="*/ 1837425 w 2131574"/>
              <a:gd name="connsiteY21" fmla="*/ 520241 h 1251701"/>
              <a:gd name="connsiteX22" fmla="*/ 1757852 w 2131574"/>
              <a:gd name="connsiteY22" fmla="*/ 550699 h 1251701"/>
              <a:gd name="connsiteX23" fmla="*/ 1757326 w 2131574"/>
              <a:gd name="connsiteY23" fmla="*/ 609045 h 1251701"/>
              <a:gd name="connsiteX24" fmla="*/ 1720397 w 2131574"/>
              <a:gd name="connsiteY24" fmla="*/ 625678 h 1251701"/>
              <a:gd name="connsiteX25" fmla="*/ 1719260 w 2131574"/>
              <a:gd name="connsiteY25" fmla="*/ 861824 h 1251701"/>
              <a:gd name="connsiteX26" fmla="*/ 1683276 w 2131574"/>
              <a:gd name="connsiteY26" fmla="*/ 875810 h 1251701"/>
              <a:gd name="connsiteX27" fmla="*/ 1680816 w 2131574"/>
              <a:gd name="connsiteY27" fmla="*/ 639162 h 1251701"/>
              <a:gd name="connsiteX28" fmla="*/ 1641990 w 2131574"/>
              <a:gd name="connsiteY28" fmla="*/ 650754 h 1251701"/>
              <a:gd name="connsiteX29" fmla="*/ 1641837 w 2131574"/>
              <a:gd name="connsiteY29" fmla="*/ 595106 h 1251701"/>
              <a:gd name="connsiteX30" fmla="*/ 1562218 w 2131574"/>
              <a:gd name="connsiteY30" fmla="*/ 625583 h 1251701"/>
              <a:gd name="connsiteX31" fmla="*/ 1561688 w 2131574"/>
              <a:gd name="connsiteY31" fmla="*/ 684273 h 1251701"/>
              <a:gd name="connsiteX32" fmla="*/ 1524758 w 2131574"/>
              <a:gd name="connsiteY32" fmla="*/ 700907 h 1251701"/>
              <a:gd name="connsiteX33" fmla="*/ 1523622 w 2131574"/>
              <a:gd name="connsiteY33" fmla="*/ 937051 h 1251701"/>
              <a:gd name="connsiteX34" fmla="*/ 1487638 w 2131574"/>
              <a:gd name="connsiteY34" fmla="*/ 950913 h 1251701"/>
              <a:gd name="connsiteX35" fmla="*/ 1485366 w 2131574"/>
              <a:gd name="connsiteY35" fmla="*/ 714264 h 1251701"/>
              <a:gd name="connsiteX36" fmla="*/ 1446352 w 2131574"/>
              <a:gd name="connsiteY36" fmla="*/ 725983 h 1251701"/>
              <a:gd name="connsiteX37" fmla="*/ 1446199 w 2131574"/>
              <a:gd name="connsiteY37" fmla="*/ 669990 h 1251701"/>
              <a:gd name="connsiteX38" fmla="*/ 1366584 w 2131574"/>
              <a:gd name="connsiteY38" fmla="*/ 700465 h 1251701"/>
              <a:gd name="connsiteX39" fmla="*/ 1366052 w 2131574"/>
              <a:gd name="connsiteY39" fmla="*/ 759503 h 1251701"/>
              <a:gd name="connsiteX40" fmla="*/ 1329122 w 2131574"/>
              <a:gd name="connsiteY40" fmla="*/ 776135 h 1251701"/>
              <a:gd name="connsiteX41" fmla="*/ 1328175 w 2131574"/>
              <a:gd name="connsiteY41" fmla="*/ 1012153 h 1251701"/>
              <a:gd name="connsiteX42" fmla="*/ 1292002 w 2131574"/>
              <a:gd name="connsiteY42" fmla="*/ 1026141 h 1251701"/>
              <a:gd name="connsiteX43" fmla="*/ 1289728 w 2131574"/>
              <a:gd name="connsiteY43" fmla="*/ 789493 h 1251701"/>
              <a:gd name="connsiteX44" fmla="*/ 1250904 w 2131574"/>
              <a:gd name="connsiteY44" fmla="*/ 801211 h 1251701"/>
              <a:gd name="connsiteX45" fmla="*/ 1250697 w 2131574"/>
              <a:gd name="connsiteY45" fmla="*/ 744824 h 1251701"/>
              <a:gd name="connsiteX46" fmla="*/ 1171004 w 2131574"/>
              <a:gd name="connsiteY46" fmla="*/ 775328 h 1251701"/>
              <a:gd name="connsiteX47" fmla="*/ 1170416 w 2131574"/>
              <a:gd name="connsiteY47" fmla="*/ 834605 h 1251701"/>
              <a:gd name="connsiteX48" fmla="*/ 1133484 w 2131574"/>
              <a:gd name="connsiteY48" fmla="*/ 851239 h 1251701"/>
              <a:gd name="connsiteX49" fmla="*/ 1132536 w 2131574"/>
              <a:gd name="connsiteY49" fmla="*/ 1087383 h 1251701"/>
              <a:gd name="connsiteX50" fmla="*/ 1096366 w 2131574"/>
              <a:gd name="connsiteY50" fmla="*/ 1101370 h 1251701"/>
              <a:gd name="connsiteX51" fmla="*/ 1094094 w 2131574"/>
              <a:gd name="connsiteY51" fmla="*/ 864721 h 1251701"/>
              <a:gd name="connsiteX52" fmla="*/ 1055266 w 2131574"/>
              <a:gd name="connsiteY52" fmla="*/ 876441 h 1251701"/>
              <a:gd name="connsiteX53" fmla="*/ 1055059 w 2131574"/>
              <a:gd name="connsiteY53" fmla="*/ 819708 h 1251701"/>
              <a:gd name="connsiteX54" fmla="*/ 975504 w 2131574"/>
              <a:gd name="connsiteY54" fmla="*/ 850159 h 1251701"/>
              <a:gd name="connsiteX55" fmla="*/ 974966 w 2131574"/>
              <a:gd name="connsiteY55" fmla="*/ 909834 h 1251701"/>
              <a:gd name="connsiteX56" fmla="*/ 938037 w 2131574"/>
              <a:gd name="connsiteY56" fmla="*/ 926467 h 1251701"/>
              <a:gd name="connsiteX57" fmla="*/ 936898 w 2131574"/>
              <a:gd name="connsiteY57" fmla="*/ 1162611 h 1251701"/>
              <a:gd name="connsiteX58" fmla="*/ 900916 w 2131574"/>
              <a:gd name="connsiteY58" fmla="*/ 1176473 h 1251701"/>
              <a:gd name="connsiteX59" fmla="*/ 898454 w 2131574"/>
              <a:gd name="connsiteY59" fmla="*/ 939824 h 1251701"/>
              <a:gd name="connsiteX60" fmla="*/ 859628 w 2131574"/>
              <a:gd name="connsiteY60" fmla="*/ 951543 h 1251701"/>
              <a:gd name="connsiteX61" fmla="*/ 859421 w 2131574"/>
              <a:gd name="connsiteY61" fmla="*/ 894592 h 1251701"/>
              <a:gd name="connsiteX62" fmla="*/ 779871 w 2131574"/>
              <a:gd name="connsiteY62" fmla="*/ 925042 h 1251701"/>
              <a:gd name="connsiteX63" fmla="*/ 779330 w 2131574"/>
              <a:gd name="connsiteY63" fmla="*/ 985062 h 1251701"/>
              <a:gd name="connsiteX64" fmla="*/ 742398 w 2131574"/>
              <a:gd name="connsiteY64" fmla="*/ 1001695 h 1251701"/>
              <a:gd name="connsiteX65" fmla="*/ 741262 w 2131574"/>
              <a:gd name="connsiteY65" fmla="*/ 1237840 h 1251701"/>
              <a:gd name="connsiteX66" fmla="*/ 705280 w 2131574"/>
              <a:gd name="connsiteY66" fmla="*/ 1251701 h 1251701"/>
              <a:gd name="connsiteX67" fmla="*/ 702818 w 2131574"/>
              <a:gd name="connsiteY67" fmla="*/ 1015052 h 1251701"/>
              <a:gd name="connsiteX68" fmla="*/ 663992 w 2131574"/>
              <a:gd name="connsiteY68" fmla="*/ 1026772 h 1251701"/>
              <a:gd name="connsiteX69" fmla="*/ 663835 w 2131574"/>
              <a:gd name="connsiteY69" fmla="*/ 969456 h 1251701"/>
              <a:gd name="connsiteX70" fmla="*/ 585207 w 2131574"/>
              <a:gd name="connsiteY70" fmla="*/ 999553 h 1251701"/>
              <a:gd name="connsiteX71" fmla="*/ 585207 w 2131574"/>
              <a:gd name="connsiteY71" fmla="*/ 999552 h 1251701"/>
              <a:gd name="connsiteX72" fmla="*/ 384123 w 2131574"/>
              <a:gd name="connsiteY72" fmla="*/ 922654 h 1251701"/>
              <a:gd name="connsiteX73" fmla="*/ 384078 w 2131574"/>
              <a:gd name="connsiteY73" fmla="*/ 934087 h 1251701"/>
              <a:gd name="connsiteX74" fmla="*/ 347904 w 2131574"/>
              <a:gd name="connsiteY74" fmla="*/ 948074 h 1251701"/>
              <a:gd name="connsiteX75" fmla="*/ 347527 w 2131574"/>
              <a:gd name="connsiteY75" fmla="*/ 908658 h 1251701"/>
              <a:gd name="connsiteX76" fmla="*/ 189088 w 2131574"/>
              <a:gd name="connsiteY76" fmla="*/ 848068 h 1251701"/>
              <a:gd name="connsiteX77" fmla="*/ 188440 w 2131574"/>
              <a:gd name="connsiteY77" fmla="*/ 1009315 h 1251701"/>
              <a:gd name="connsiteX78" fmla="*/ 152268 w 2131574"/>
              <a:gd name="connsiteY78" fmla="*/ 1023303 h 1251701"/>
              <a:gd name="connsiteX79" fmla="*/ 150443 w 2131574"/>
              <a:gd name="connsiteY79" fmla="*/ 833290 h 1251701"/>
              <a:gd name="connsiteX80" fmla="*/ 0 w 2131574"/>
              <a:gd name="connsiteY80" fmla="*/ 775758 h 1251701"/>
              <a:gd name="connsiteX81" fmla="*/ 0 w 2131574"/>
              <a:gd name="connsiteY81" fmla="*/ 634811 h 1251701"/>
              <a:gd name="connsiteX82" fmla="*/ 0 w 2131574"/>
              <a:gd name="connsiteY82" fmla="*/ 625805 h 1251701"/>
              <a:gd name="connsiteX83" fmla="*/ 11702 w 2131574"/>
              <a:gd name="connsiteY83" fmla="*/ 630321 h 1251701"/>
              <a:gd name="connsiteX84" fmla="*/ 110416 w 2131574"/>
              <a:gd name="connsiteY84" fmla="*/ 592442 h 1251701"/>
              <a:gd name="connsiteX85" fmla="*/ 110413 w 2131574"/>
              <a:gd name="connsiteY85" fmla="*/ 591589 h 1251701"/>
              <a:gd name="connsiteX86" fmla="*/ 228402 w 2131574"/>
              <a:gd name="connsiteY86" fmla="*/ 546351 h 1251701"/>
              <a:gd name="connsiteX87" fmla="*/ 228394 w 2131574"/>
              <a:gd name="connsiteY87" fmla="*/ 547171 h 1251701"/>
              <a:gd name="connsiteX88" fmla="*/ 306052 w 2131574"/>
              <a:gd name="connsiteY88" fmla="*/ 517369 h 1251701"/>
              <a:gd name="connsiteX89" fmla="*/ 306051 w 2131574"/>
              <a:gd name="connsiteY89" fmla="*/ 516361 h 1251701"/>
              <a:gd name="connsiteX90" fmla="*/ 423850 w 2131574"/>
              <a:gd name="connsiteY90" fmla="*/ 471123 h 1251701"/>
              <a:gd name="connsiteX91" fmla="*/ 423840 w 2131574"/>
              <a:gd name="connsiteY91" fmla="*/ 472171 h 125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2131574" h="1251701">
                <a:moveTo>
                  <a:pt x="1468556" y="207970"/>
                </a:moveTo>
                <a:lnTo>
                  <a:pt x="765847" y="477621"/>
                </a:lnTo>
                <a:lnTo>
                  <a:pt x="989468" y="563908"/>
                </a:lnTo>
                <a:lnTo>
                  <a:pt x="1692178" y="294162"/>
                </a:lnTo>
                <a:close/>
                <a:moveTo>
                  <a:pt x="1654318" y="0"/>
                </a:moveTo>
                <a:lnTo>
                  <a:pt x="2022772" y="0"/>
                </a:lnTo>
                <a:lnTo>
                  <a:pt x="2131574" y="41936"/>
                </a:lnTo>
                <a:lnTo>
                  <a:pt x="2131574" y="466298"/>
                </a:lnTo>
                <a:lnTo>
                  <a:pt x="2111480" y="475348"/>
                </a:lnTo>
                <a:lnTo>
                  <a:pt x="2110534" y="711492"/>
                </a:lnTo>
                <a:lnTo>
                  <a:pt x="2074362" y="725354"/>
                </a:lnTo>
                <a:lnTo>
                  <a:pt x="2072088" y="488705"/>
                </a:lnTo>
                <a:lnTo>
                  <a:pt x="2033263" y="500423"/>
                </a:lnTo>
                <a:lnTo>
                  <a:pt x="2033061" y="445358"/>
                </a:lnTo>
                <a:lnTo>
                  <a:pt x="1953489" y="475816"/>
                </a:lnTo>
                <a:lnTo>
                  <a:pt x="1952964" y="533941"/>
                </a:lnTo>
                <a:lnTo>
                  <a:pt x="1915844" y="550576"/>
                </a:lnTo>
                <a:lnTo>
                  <a:pt x="1914897" y="786594"/>
                </a:lnTo>
                <a:lnTo>
                  <a:pt x="1878914" y="800581"/>
                </a:lnTo>
                <a:lnTo>
                  <a:pt x="1876454" y="563933"/>
                </a:lnTo>
                <a:lnTo>
                  <a:pt x="1837626" y="575651"/>
                </a:lnTo>
                <a:lnTo>
                  <a:pt x="1837425" y="520241"/>
                </a:lnTo>
                <a:lnTo>
                  <a:pt x="1757852" y="550699"/>
                </a:lnTo>
                <a:lnTo>
                  <a:pt x="1757326" y="609045"/>
                </a:lnTo>
                <a:lnTo>
                  <a:pt x="1720397" y="625678"/>
                </a:lnTo>
                <a:lnTo>
                  <a:pt x="1719260" y="861824"/>
                </a:lnTo>
                <a:lnTo>
                  <a:pt x="1683276" y="875810"/>
                </a:lnTo>
                <a:lnTo>
                  <a:pt x="1680816" y="639162"/>
                </a:lnTo>
                <a:lnTo>
                  <a:pt x="1641990" y="650754"/>
                </a:lnTo>
                <a:lnTo>
                  <a:pt x="1641837" y="595106"/>
                </a:lnTo>
                <a:lnTo>
                  <a:pt x="1562218" y="625583"/>
                </a:lnTo>
                <a:lnTo>
                  <a:pt x="1561688" y="684273"/>
                </a:lnTo>
                <a:lnTo>
                  <a:pt x="1524758" y="700907"/>
                </a:lnTo>
                <a:lnTo>
                  <a:pt x="1523622" y="937051"/>
                </a:lnTo>
                <a:lnTo>
                  <a:pt x="1487638" y="950913"/>
                </a:lnTo>
                <a:lnTo>
                  <a:pt x="1485366" y="714264"/>
                </a:lnTo>
                <a:lnTo>
                  <a:pt x="1446352" y="725983"/>
                </a:lnTo>
                <a:lnTo>
                  <a:pt x="1446199" y="669990"/>
                </a:lnTo>
                <a:lnTo>
                  <a:pt x="1366584" y="700465"/>
                </a:lnTo>
                <a:lnTo>
                  <a:pt x="1366052" y="759503"/>
                </a:lnTo>
                <a:lnTo>
                  <a:pt x="1329122" y="776135"/>
                </a:lnTo>
                <a:lnTo>
                  <a:pt x="1328175" y="1012153"/>
                </a:lnTo>
                <a:lnTo>
                  <a:pt x="1292002" y="1026141"/>
                </a:lnTo>
                <a:lnTo>
                  <a:pt x="1289728" y="789493"/>
                </a:lnTo>
                <a:lnTo>
                  <a:pt x="1250904" y="801211"/>
                </a:lnTo>
                <a:lnTo>
                  <a:pt x="1250697" y="744824"/>
                </a:lnTo>
                <a:lnTo>
                  <a:pt x="1171004" y="775328"/>
                </a:lnTo>
                <a:lnTo>
                  <a:pt x="1170416" y="834605"/>
                </a:lnTo>
                <a:lnTo>
                  <a:pt x="1133484" y="851239"/>
                </a:lnTo>
                <a:lnTo>
                  <a:pt x="1132536" y="1087383"/>
                </a:lnTo>
                <a:lnTo>
                  <a:pt x="1096366" y="1101370"/>
                </a:lnTo>
                <a:lnTo>
                  <a:pt x="1094094" y="864721"/>
                </a:lnTo>
                <a:lnTo>
                  <a:pt x="1055266" y="876441"/>
                </a:lnTo>
                <a:lnTo>
                  <a:pt x="1055059" y="819708"/>
                </a:lnTo>
                <a:lnTo>
                  <a:pt x="975504" y="850159"/>
                </a:lnTo>
                <a:lnTo>
                  <a:pt x="974966" y="909834"/>
                </a:lnTo>
                <a:lnTo>
                  <a:pt x="938037" y="926467"/>
                </a:lnTo>
                <a:lnTo>
                  <a:pt x="936898" y="1162611"/>
                </a:lnTo>
                <a:lnTo>
                  <a:pt x="900916" y="1176473"/>
                </a:lnTo>
                <a:lnTo>
                  <a:pt x="898454" y="939824"/>
                </a:lnTo>
                <a:lnTo>
                  <a:pt x="859628" y="951543"/>
                </a:lnTo>
                <a:lnTo>
                  <a:pt x="859421" y="894592"/>
                </a:lnTo>
                <a:lnTo>
                  <a:pt x="779871" y="925042"/>
                </a:lnTo>
                <a:lnTo>
                  <a:pt x="779330" y="985062"/>
                </a:lnTo>
                <a:lnTo>
                  <a:pt x="742398" y="1001695"/>
                </a:lnTo>
                <a:lnTo>
                  <a:pt x="741262" y="1237840"/>
                </a:lnTo>
                <a:lnTo>
                  <a:pt x="705280" y="1251701"/>
                </a:lnTo>
                <a:lnTo>
                  <a:pt x="702818" y="1015052"/>
                </a:lnTo>
                <a:lnTo>
                  <a:pt x="663992" y="1026772"/>
                </a:lnTo>
                <a:lnTo>
                  <a:pt x="663835" y="969456"/>
                </a:lnTo>
                <a:lnTo>
                  <a:pt x="585207" y="999553"/>
                </a:lnTo>
                <a:lnTo>
                  <a:pt x="585207" y="999552"/>
                </a:lnTo>
                <a:lnTo>
                  <a:pt x="384123" y="922654"/>
                </a:lnTo>
                <a:lnTo>
                  <a:pt x="384078" y="934087"/>
                </a:lnTo>
                <a:lnTo>
                  <a:pt x="347904" y="948074"/>
                </a:lnTo>
                <a:lnTo>
                  <a:pt x="347527" y="908658"/>
                </a:lnTo>
                <a:lnTo>
                  <a:pt x="189088" y="848068"/>
                </a:lnTo>
                <a:lnTo>
                  <a:pt x="188440" y="1009315"/>
                </a:lnTo>
                <a:lnTo>
                  <a:pt x="152268" y="1023303"/>
                </a:lnTo>
                <a:lnTo>
                  <a:pt x="150443" y="833290"/>
                </a:lnTo>
                <a:lnTo>
                  <a:pt x="0" y="775758"/>
                </a:lnTo>
                <a:lnTo>
                  <a:pt x="0" y="634811"/>
                </a:lnTo>
                <a:lnTo>
                  <a:pt x="0" y="625805"/>
                </a:lnTo>
                <a:lnTo>
                  <a:pt x="11702" y="630321"/>
                </a:lnTo>
                <a:lnTo>
                  <a:pt x="110416" y="592442"/>
                </a:lnTo>
                <a:lnTo>
                  <a:pt x="110413" y="591589"/>
                </a:lnTo>
                <a:lnTo>
                  <a:pt x="228402" y="546351"/>
                </a:lnTo>
                <a:lnTo>
                  <a:pt x="228394" y="547171"/>
                </a:lnTo>
                <a:lnTo>
                  <a:pt x="306052" y="517369"/>
                </a:lnTo>
                <a:lnTo>
                  <a:pt x="306051" y="516361"/>
                </a:lnTo>
                <a:lnTo>
                  <a:pt x="423850" y="471123"/>
                </a:lnTo>
                <a:lnTo>
                  <a:pt x="423840" y="472171"/>
                </a:lnTo>
                <a:close/>
              </a:path>
            </a:pathLst>
          </a:custGeom>
          <a:solidFill>
            <a:schemeClr val="bg1"/>
          </a:solidFill>
          <a:ln w="269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11EB2B1-1FFF-40A7-8916-39F9F66C67AE}"/>
              </a:ext>
            </a:extLst>
          </p:cNvPr>
          <p:cNvGrpSpPr/>
          <p:nvPr userDrawn="1"/>
        </p:nvGrpSpPr>
        <p:grpSpPr>
          <a:xfrm>
            <a:off x="-189873" y="30973"/>
            <a:ext cx="2984373" cy="1122167"/>
            <a:chOff x="-82869" y="2041805"/>
            <a:chExt cx="2984373" cy="112216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3E57FF97-F37F-4F19-9B19-E980E9F0D19F}"/>
                </a:ext>
              </a:extLst>
            </p:cNvPr>
            <p:cNvGrpSpPr/>
            <p:nvPr userDrawn="1"/>
          </p:nvGrpSpPr>
          <p:grpSpPr>
            <a:xfrm>
              <a:off x="200146" y="2104325"/>
              <a:ext cx="2701358" cy="875012"/>
              <a:chOff x="1066498" y="286265"/>
              <a:chExt cx="11991969" cy="3884392"/>
            </a:xfrm>
            <a:solidFill>
              <a:schemeClr val="bg1"/>
            </a:solidFill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E4701247-9B01-4379-8F79-CA130966C099}"/>
                  </a:ext>
                </a:extLst>
              </p:cNvPr>
              <p:cNvSpPr/>
              <p:nvPr/>
            </p:nvSpPr>
            <p:spPr>
              <a:xfrm rot="2143082">
                <a:off x="5813228" y="3225577"/>
                <a:ext cx="1095502" cy="475403"/>
              </a:xfrm>
              <a:prstGeom prst="rect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70C40288-889F-4C14-813B-93CB4BE3595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43082">
                <a:off x="12731593" y="2328837"/>
                <a:ext cx="326874" cy="326875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0A988AA3-AADC-43BF-BC51-C5A0FD6710A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43082">
                <a:off x="12012401" y="1020618"/>
                <a:ext cx="326874" cy="326875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67ACEEB3-7388-4FAA-9D8F-35B2DDACCB4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43082">
                <a:off x="3996941" y="286265"/>
                <a:ext cx="326874" cy="326875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828B62BF-3D3C-4C75-B055-91752138569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43082">
                <a:off x="4668722" y="303427"/>
                <a:ext cx="326874" cy="326875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3C31D63E-DEE2-491E-9108-5BD8FEECDE8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43082">
                <a:off x="5318715" y="358216"/>
                <a:ext cx="326874" cy="326875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5EA36B86-0126-4E44-9EB4-D5952A49774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43082">
                <a:off x="1412639" y="3092041"/>
                <a:ext cx="326874" cy="326875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5FC6C0F2-4F5A-465F-B239-2C2658FF3BC2}"/>
                  </a:ext>
                </a:extLst>
              </p:cNvPr>
              <p:cNvSpPr/>
              <p:nvPr/>
            </p:nvSpPr>
            <p:spPr>
              <a:xfrm rot="2143082">
                <a:off x="3222236" y="867087"/>
                <a:ext cx="802454" cy="156661"/>
              </a:xfrm>
              <a:prstGeom prst="rect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B2F8833E-DE8E-4ACF-991D-49002FAD3BF4}"/>
                  </a:ext>
                </a:extLst>
              </p:cNvPr>
              <p:cNvSpPr/>
              <p:nvPr/>
            </p:nvSpPr>
            <p:spPr>
              <a:xfrm rot="2143082">
                <a:off x="4067032" y="3784745"/>
                <a:ext cx="326874" cy="267682"/>
              </a:xfrm>
              <a:prstGeom prst="rect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5AE6E730-12DC-414C-84D3-DC429C339049}"/>
                  </a:ext>
                </a:extLst>
              </p:cNvPr>
              <p:cNvSpPr/>
              <p:nvPr/>
            </p:nvSpPr>
            <p:spPr>
              <a:xfrm rot="2143082">
                <a:off x="8226837" y="1636990"/>
                <a:ext cx="229078" cy="352760"/>
              </a:xfrm>
              <a:prstGeom prst="rect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82CB1C93-47AD-4BD1-8229-9CFC6459EAAF}"/>
                  </a:ext>
                </a:extLst>
              </p:cNvPr>
              <p:cNvSpPr/>
              <p:nvPr/>
            </p:nvSpPr>
            <p:spPr>
              <a:xfrm rot="2143082">
                <a:off x="8579610" y="1890648"/>
                <a:ext cx="229078" cy="352760"/>
              </a:xfrm>
              <a:prstGeom prst="rect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7385550C-3847-41F7-8366-E6F331200B1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43082">
                <a:off x="7545295" y="1382204"/>
                <a:ext cx="326874" cy="326875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8D958013-051E-4D57-83E4-4510DA1FC7C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43082">
                <a:off x="7019854" y="984696"/>
                <a:ext cx="326874" cy="326875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3892A3E6-91D0-4236-9EB4-5F593A2EBB68}"/>
                  </a:ext>
                </a:extLst>
              </p:cNvPr>
              <p:cNvSpPr/>
              <p:nvPr/>
            </p:nvSpPr>
            <p:spPr>
              <a:xfrm rot="2143082">
                <a:off x="1066498" y="3902975"/>
                <a:ext cx="1314414" cy="267682"/>
              </a:xfrm>
              <a:prstGeom prst="rect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49B3538-18F0-488E-BB58-795CA3E8B7C1}"/>
                </a:ext>
              </a:extLst>
            </p:cNvPr>
            <p:cNvGrpSpPr/>
            <p:nvPr userDrawn="1"/>
          </p:nvGrpSpPr>
          <p:grpSpPr>
            <a:xfrm>
              <a:off x="-82869" y="2041805"/>
              <a:ext cx="2978819" cy="1122167"/>
              <a:chOff x="-189872" y="8725"/>
              <a:chExt cx="13223684" cy="4981553"/>
            </a:xfrm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8D3342D1-A811-485D-BB35-CA6AD2F8F98A}"/>
                  </a:ext>
                </a:extLst>
              </p:cNvPr>
              <p:cNvSpPr/>
              <p:nvPr/>
            </p:nvSpPr>
            <p:spPr>
              <a:xfrm rot="2143082">
                <a:off x="7006336" y="655174"/>
                <a:ext cx="6027476" cy="1135945"/>
              </a:xfrm>
              <a:custGeom>
                <a:avLst/>
                <a:gdLst>
                  <a:gd name="connsiteX0" fmla="*/ 0 w 2529191"/>
                  <a:gd name="connsiteY0" fmla="*/ 457200 h 476656"/>
                  <a:gd name="connsiteX1" fmla="*/ 1906621 w 2529191"/>
                  <a:gd name="connsiteY1" fmla="*/ 476656 h 476656"/>
                  <a:gd name="connsiteX2" fmla="*/ 2529191 w 2529191"/>
                  <a:gd name="connsiteY2" fmla="*/ 0 h 476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29191" h="476656">
                    <a:moveTo>
                      <a:pt x="0" y="457200"/>
                    </a:moveTo>
                    <a:lnTo>
                      <a:pt x="1906621" y="476656"/>
                    </a:lnTo>
                    <a:lnTo>
                      <a:pt x="2529191" y="0"/>
                    </a:lnTo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FE4E21AD-0E48-482D-92A7-D8F93B494FD7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>
                <a:off x="2876886" y="92218"/>
                <a:ext cx="751230" cy="500296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4407AE8-E730-48DD-A85F-BB30A7105592}"/>
                  </a:ext>
                </a:extLst>
              </p:cNvPr>
              <p:cNvCxnSpPr>
                <a:cxnSpLocks/>
                <a:endCxn id="100" idx="1"/>
              </p:cNvCxnSpPr>
              <p:nvPr/>
            </p:nvCxnSpPr>
            <p:spPr>
              <a:xfrm rot="2143082">
                <a:off x="3861913" y="8725"/>
                <a:ext cx="362215" cy="192014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9954099B-AE86-4318-A3AA-7879DA254C89}"/>
                  </a:ext>
                </a:extLst>
              </p:cNvPr>
              <p:cNvCxnSpPr>
                <a:cxnSpLocks/>
                <a:endCxn id="101" idx="1"/>
              </p:cNvCxnSpPr>
              <p:nvPr/>
            </p:nvCxnSpPr>
            <p:spPr>
              <a:xfrm rot="2143082">
                <a:off x="4587946" y="36177"/>
                <a:ext cx="304652" cy="199197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564796D9-34CB-446F-8C6C-E892F8C5B9A5}"/>
                  </a:ext>
                </a:extLst>
              </p:cNvPr>
              <p:cNvCxnSpPr>
                <a:cxnSpLocks/>
                <a:endCxn id="102" idx="1"/>
              </p:cNvCxnSpPr>
              <p:nvPr/>
            </p:nvCxnSpPr>
            <p:spPr>
              <a:xfrm rot="2143082">
                <a:off x="5184517" y="13932"/>
                <a:ext cx="382898" cy="259024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DF2ABBB4-D4BB-4625-A164-F50D7D41F3CE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>
                <a:off x="6351522" y="167773"/>
                <a:ext cx="1161265" cy="70157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99710375-77AA-49E0-A302-408F4182C3FE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>
                <a:off x="6692921" y="218797"/>
                <a:ext cx="1381992" cy="85998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E20859B-CDB1-4EDD-95C3-AD7E058B4EA0}"/>
                  </a:ext>
                </a:extLst>
              </p:cNvPr>
              <p:cNvSpPr/>
              <p:nvPr/>
            </p:nvSpPr>
            <p:spPr>
              <a:xfrm rot="2143082">
                <a:off x="7510123" y="2742036"/>
                <a:ext cx="414350" cy="414349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C308384-A5E5-46C3-9EB3-5223C132CDAC}"/>
                  </a:ext>
                </a:extLst>
              </p:cNvPr>
              <p:cNvSpPr/>
              <p:nvPr/>
            </p:nvSpPr>
            <p:spPr>
              <a:xfrm rot="2143082">
                <a:off x="4669450" y="3406144"/>
                <a:ext cx="414350" cy="414349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03E74C94-8210-46D1-8EDD-B2C85995DB80}"/>
                  </a:ext>
                </a:extLst>
              </p:cNvPr>
              <p:cNvSpPr/>
              <p:nvPr/>
            </p:nvSpPr>
            <p:spPr>
              <a:xfrm rot="2143082">
                <a:off x="3138553" y="4575929"/>
                <a:ext cx="414350" cy="414349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9258143-A5BC-432E-8135-895A78D7C940}"/>
                  </a:ext>
                </a:extLst>
              </p:cNvPr>
              <p:cNvCxnSpPr>
                <a:cxnSpLocks/>
                <a:endCxn id="99" idx="3"/>
              </p:cNvCxnSpPr>
              <p:nvPr/>
            </p:nvCxnSpPr>
            <p:spPr>
              <a:xfrm rot="2143082" flipV="1">
                <a:off x="9495558" y="398794"/>
                <a:ext cx="2220218" cy="173889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F521C80A-6649-41B0-88E4-C5D5531E250B}"/>
                  </a:ext>
                </a:extLst>
              </p:cNvPr>
              <p:cNvCxnSpPr>
                <a:cxnSpLocks/>
                <a:endCxn id="106" idx="1"/>
              </p:cNvCxnSpPr>
              <p:nvPr/>
            </p:nvCxnSpPr>
            <p:spPr>
              <a:xfrm rot="2143082">
                <a:off x="7207957" y="513530"/>
                <a:ext cx="1437691" cy="89774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13A23F11-AC30-4BC4-9767-A2A015B40E0E}"/>
                  </a:ext>
                </a:extLst>
              </p:cNvPr>
              <p:cNvCxnSpPr>
                <a:cxnSpLocks/>
                <a:endCxn id="103" idx="3"/>
              </p:cNvCxnSpPr>
              <p:nvPr/>
            </p:nvCxnSpPr>
            <p:spPr>
              <a:xfrm rot="2143082" flipV="1">
                <a:off x="702503" y="3052333"/>
                <a:ext cx="629883" cy="48522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7B0467B1-3C2E-4AED-BF5C-475467E36519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 flipV="1">
                <a:off x="669928" y="3488332"/>
                <a:ext cx="489377" cy="336192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A281F91D-A5F6-4D87-BD20-0F2144E81D98}"/>
                  </a:ext>
                </a:extLst>
              </p:cNvPr>
              <p:cNvCxnSpPr>
                <a:cxnSpLocks/>
                <a:endCxn id="80" idx="1"/>
              </p:cNvCxnSpPr>
              <p:nvPr/>
            </p:nvCxnSpPr>
            <p:spPr>
              <a:xfrm rot="2143082">
                <a:off x="2366587" y="3215368"/>
                <a:ext cx="1384975" cy="105856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B0141A34-43F0-4BB2-B8F7-CCE47CC97474}"/>
                  </a:ext>
                </a:extLst>
              </p:cNvPr>
              <p:cNvCxnSpPr>
                <a:cxnSpLocks/>
                <a:endCxn id="97" idx="1"/>
              </p:cNvCxnSpPr>
              <p:nvPr/>
            </p:nvCxnSpPr>
            <p:spPr>
              <a:xfrm rot="2143082" flipV="1">
                <a:off x="4532904" y="2697776"/>
                <a:ext cx="1219991" cy="952756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6046D093-C87E-4FDE-8401-F242157D8F87}"/>
                  </a:ext>
                </a:extLst>
              </p:cNvPr>
              <p:cNvSpPr/>
              <p:nvPr/>
            </p:nvSpPr>
            <p:spPr>
              <a:xfrm rot="2143082">
                <a:off x="568532" y="1210040"/>
                <a:ext cx="4879294" cy="908510"/>
              </a:xfrm>
              <a:custGeom>
                <a:avLst/>
                <a:gdLst>
                  <a:gd name="connsiteX0" fmla="*/ 0 w 2391302"/>
                  <a:gd name="connsiteY0" fmla="*/ 7998 h 381222"/>
                  <a:gd name="connsiteX1" fmla="*/ 0 w 2391302"/>
                  <a:gd name="connsiteY1" fmla="*/ 7998 h 381222"/>
                  <a:gd name="connsiteX2" fmla="*/ 71979 w 2391302"/>
                  <a:gd name="connsiteY2" fmla="*/ 7998 h 381222"/>
                  <a:gd name="connsiteX3" fmla="*/ 343899 w 2391302"/>
                  <a:gd name="connsiteY3" fmla="*/ 0 h 381222"/>
                  <a:gd name="connsiteX4" fmla="*/ 850418 w 2391302"/>
                  <a:gd name="connsiteY4" fmla="*/ 375890 h 381222"/>
                  <a:gd name="connsiteX5" fmla="*/ 2391302 w 2391302"/>
                  <a:gd name="connsiteY5" fmla="*/ 381222 h 381222"/>
                  <a:gd name="connsiteX6" fmla="*/ 2391302 w 2391302"/>
                  <a:gd name="connsiteY6" fmla="*/ 381222 h 381222"/>
                  <a:gd name="connsiteX0" fmla="*/ 0 w 2391302"/>
                  <a:gd name="connsiteY0" fmla="*/ 7998 h 381222"/>
                  <a:gd name="connsiteX1" fmla="*/ 0 w 2391302"/>
                  <a:gd name="connsiteY1" fmla="*/ 7998 h 381222"/>
                  <a:gd name="connsiteX2" fmla="*/ 343899 w 2391302"/>
                  <a:gd name="connsiteY2" fmla="*/ 0 h 381222"/>
                  <a:gd name="connsiteX3" fmla="*/ 850418 w 2391302"/>
                  <a:gd name="connsiteY3" fmla="*/ 375890 h 381222"/>
                  <a:gd name="connsiteX4" fmla="*/ 2391302 w 2391302"/>
                  <a:gd name="connsiteY4" fmla="*/ 381222 h 381222"/>
                  <a:gd name="connsiteX5" fmla="*/ 2391302 w 2391302"/>
                  <a:gd name="connsiteY5" fmla="*/ 381222 h 381222"/>
                  <a:gd name="connsiteX0" fmla="*/ 0 w 2391302"/>
                  <a:gd name="connsiteY0" fmla="*/ 7998 h 381222"/>
                  <a:gd name="connsiteX1" fmla="*/ 343899 w 2391302"/>
                  <a:gd name="connsiteY1" fmla="*/ 0 h 381222"/>
                  <a:gd name="connsiteX2" fmla="*/ 850418 w 2391302"/>
                  <a:gd name="connsiteY2" fmla="*/ 375890 h 381222"/>
                  <a:gd name="connsiteX3" fmla="*/ 2391302 w 2391302"/>
                  <a:gd name="connsiteY3" fmla="*/ 381222 h 381222"/>
                  <a:gd name="connsiteX4" fmla="*/ 2391302 w 2391302"/>
                  <a:gd name="connsiteY4" fmla="*/ 381222 h 381222"/>
                  <a:gd name="connsiteX0" fmla="*/ 0 w 2047403"/>
                  <a:gd name="connsiteY0" fmla="*/ 0 h 381222"/>
                  <a:gd name="connsiteX1" fmla="*/ 506519 w 2047403"/>
                  <a:gd name="connsiteY1" fmla="*/ 375890 h 381222"/>
                  <a:gd name="connsiteX2" fmla="*/ 2047403 w 2047403"/>
                  <a:gd name="connsiteY2" fmla="*/ 381222 h 381222"/>
                  <a:gd name="connsiteX3" fmla="*/ 2047403 w 2047403"/>
                  <a:gd name="connsiteY3" fmla="*/ 381222 h 381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403" h="381222">
                    <a:moveTo>
                      <a:pt x="0" y="0"/>
                    </a:moveTo>
                    <a:lnTo>
                      <a:pt x="506519" y="375890"/>
                    </a:lnTo>
                    <a:lnTo>
                      <a:pt x="2047403" y="381222"/>
                    </a:lnTo>
                    <a:lnTo>
                      <a:pt x="2047403" y="381222"/>
                    </a:lnTo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3AE092B6-338B-4D0B-A830-BFE6769978DF}"/>
                  </a:ext>
                </a:extLst>
              </p:cNvPr>
              <p:cNvSpPr/>
              <p:nvPr/>
            </p:nvSpPr>
            <p:spPr>
              <a:xfrm rot="2143082">
                <a:off x="-189872" y="1365133"/>
                <a:ext cx="5152485" cy="1114766"/>
              </a:xfrm>
              <a:custGeom>
                <a:avLst/>
                <a:gdLst>
                  <a:gd name="connsiteX0" fmla="*/ 0 w 2391302"/>
                  <a:gd name="connsiteY0" fmla="*/ 7998 h 381222"/>
                  <a:gd name="connsiteX1" fmla="*/ 0 w 2391302"/>
                  <a:gd name="connsiteY1" fmla="*/ 7998 h 381222"/>
                  <a:gd name="connsiteX2" fmla="*/ 71979 w 2391302"/>
                  <a:gd name="connsiteY2" fmla="*/ 7998 h 381222"/>
                  <a:gd name="connsiteX3" fmla="*/ 343899 w 2391302"/>
                  <a:gd name="connsiteY3" fmla="*/ 0 h 381222"/>
                  <a:gd name="connsiteX4" fmla="*/ 850418 w 2391302"/>
                  <a:gd name="connsiteY4" fmla="*/ 375890 h 381222"/>
                  <a:gd name="connsiteX5" fmla="*/ 2391302 w 2391302"/>
                  <a:gd name="connsiteY5" fmla="*/ 381222 h 381222"/>
                  <a:gd name="connsiteX6" fmla="*/ 2391302 w 2391302"/>
                  <a:gd name="connsiteY6" fmla="*/ 381222 h 381222"/>
                  <a:gd name="connsiteX0" fmla="*/ 0 w 2391302"/>
                  <a:gd name="connsiteY0" fmla="*/ 7998 h 381222"/>
                  <a:gd name="connsiteX1" fmla="*/ 0 w 2391302"/>
                  <a:gd name="connsiteY1" fmla="*/ 7998 h 381222"/>
                  <a:gd name="connsiteX2" fmla="*/ 71979 w 2391302"/>
                  <a:gd name="connsiteY2" fmla="*/ 7998 h 381222"/>
                  <a:gd name="connsiteX3" fmla="*/ 343899 w 2391302"/>
                  <a:gd name="connsiteY3" fmla="*/ 0 h 381222"/>
                  <a:gd name="connsiteX4" fmla="*/ 935726 w 2391302"/>
                  <a:gd name="connsiteY4" fmla="*/ 373714 h 381222"/>
                  <a:gd name="connsiteX5" fmla="*/ 2391302 w 2391302"/>
                  <a:gd name="connsiteY5" fmla="*/ 381222 h 381222"/>
                  <a:gd name="connsiteX6" fmla="*/ 2391302 w 2391302"/>
                  <a:gd name="connsiteY6" fmla="*/ 381222 h 381222"/>
                  <a:gd name="connsiteX0" fmla="*/ 0 w 2391302"/>
                  <a:gd name="connsiteY0" fmla="*/ 7998 h 381222"/>
                  <a:gd name="connsiteX1" fmla="*/ 71979 w 2391302"/>
                  <a:gd name="connsiteY1" fmla="*/ 7998 h 381222"/>
                  <a:gd name="connsiteX2" fmla="*/ 343899 w 2391302"/>
                  <a:gd name="connsiteY2" fmla="*/ 0 h 381222"/>
                  <a:gd name="connsiteX3" fmla="*/ 935726 w 2391302"/>
                  <a:gd name="connsiteY3" fmla="*/ 373714 h 381222"/>
                  <a:gd name="connsiteX4" fmla="*/ 2391302 w 2391302"/>
                  <a:gd name="connsiteY4" fmla="*/ 381222 h 381222"/>
                  <a:gd name="connsiteX5" fmla="*/ 2391302 w 2391302"/>
                  <a:gd name="connsiteY5" fmla="*/ 381222 h 381222"/>
                  <a:gd name="connsiteX0" fmla="*/ 0 w 2319323"/>
                  <a:gd name="connsiteY0" fmla="*/ 7998 h 381222"/>
                  <a:gd name="connsiteX1" fmla="*/ 271920 w 2319323"/>
                  <a:gd name="connsiteY1" fmla="*/ 0 h 381222"/>
                  <a:gd name="connsiteX2" fmla="*/ 863747 w 2319323"/>
                  <a:gd name="connsiteY2" fmla="*/ 373714 h 381222"/>
                  <a:gd name="connsiteX3" fmla="*/ 2319323 w 2319323"/>
                  <a:gd name="connsiteY3" fmla="*/ 381222 h 381222"/>
                  <a:gd name="connsiteX4" fmla="*/ 2319323 w 2319323"/>
                  <a:gd name="connsiteY4" fmla="*/ 381222 h 381222"/>
                  <a:gd name="connsiteX0" fmla="*/ 0 w 2188694"/>
                  <a:gd name="connsiteY0" fmla="*/ 10175 h 381222"/>
                  <a:gd name="connsiteX1" fmla="*/ 141291 w 2188694"/>
                  <a:gd name="connsiteY1" fmla="*/ 0 h 381222"/>
                  <a:gd name="connsiteX2" fmla="*/ 733118 w 2188694"/>
                  <a:gd name="connsiteY2" fmla="*/ 373714 h 381222"/>
                  <a:gd name="connsiteX3" fmla="*/ 2188694 w 2188694"/>
                  <a:gd name="connsiteY3" fmla="*/ 381222 h 381222"/>
                  <a:gd name="connsiteX4" fmla="*/ 2188694 w 2188694"/>
                  <a:gd name="connsiteY4" fmla="*/ 381222 h 381222"/>
                  <a:gd name="connsiteX0" fmla="*/ 0 w 2162035"/>
                  <a:gd name="connsiteY0" fmla="*/ 0 h 381930"/>
                  <a:gd name="connsiteX1" fmla="*/ 114632 w 2162035"/>
                  <a:gd name="connsiteY1" fmla="*/ 708 h 381930"/>
                  <a:gd name="connsiteX2" fmla="*/ 706459 w 2162035"/>
                  <a:gd name="connsiteY2" fmla="*/ 374422 h 381930"/>
                  <a:gd name="connsiteX3" fmla="*/ 2162035 w 2162035"/>
                  <a:gd name="connsiteY3" fmla="*/ 381930 h 381930"/>
                  <a:gd name="connsiteX4" fmla="*/ 2162035 w 2162035"/>
                  <a:gd name="connsiteY4" fmla="*/ 381930 h 381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62035" h="381930">
                    <a:moveTo>
                      <a:pt x="0" y="0"/>
                    </a:moveTo>
                    <a:lnTo>
                      <a:pt x="114632" y="708"/>
                    </a:lnTo>
                    <a:lnTo>
                      <a:pt x="706459" y="374422"/>
                    </a:lnTo>
                    <a:lnTo>
                      <a:pt x="2162035" y="381930"/>
                    </a:lnTo>
                    <a:lnTo>
                      <a:pt x="2162035" y="381930"/>
                    </a:lnTo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174C63A9-B1AA-42AC-A07D-663E5B3DC602}"/>
                  </a:ext>
                </a:extLst>
              </p:cNvPr>
              <p:cNvSpPr/>
              <p:nvPr/>
            </p:nvSpPr>
            <p:spPr>
              <a:xfrm rot="2143082">
                <a:off x="3332609" y="2161597"/>
                <a:ext cx="2611186" cy="1099113"/>
              </a:xfrm>
              <a:custGeom>
                <a:avLst/>
                <a:gdLst>
                  <a:gd name="connsiteX0" fmla="*/ 0 w 1095680"/>
                  <a:gd name="connsiteY0" fmla="*/ 461199 h 461199"/>
                  <a:gd name="connsiteX1" fmla="*/ 621152 w 1095680"/>
                  <a:gd name="connsiteY1" fmla="*/ 0 h 461199"/>
                  <a:gd name="connsiteX2" fmla="*/ 1095680 w 1095680"/>
                  <a:gd name="connsiteY2" fmla="*/ 0 h 461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95680" h="461199">
                    <a:moveTo>
                      <a:pt x="0" y="461199"/>
                    </a:moveTo>
                    <a:lnTo>
                      <a:pt x="621152" y="0"/>
                    </a:lnTo>
                    <a:lnTo>
                      <a:pt x="1095680" y="0"/>
                    </a:lnTo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13BF2365-0B0D-40B9-A063-33FD0FCECA03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 flipV="1">
                <a:off x="1319091" y="3532941"/>
                <a:ext cx="0" cy="439763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7389CC75-F22D-4E8B-AA38-EB6225EAE0DE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 flipV="1">
                <a:off x="1490130" y="3655926"/>
                <a:ext cx="0" cy="439763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1FD7047D-8AC7-435B-B610-9DBAF202BD50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 flipV="1">
                <a:off x="1661174" y="3778910"/>
                <a:ext cx="0" cy="439763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8C52008-23DF-4D3A-8C73-AEE0F4532613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 flipV="1">
                <a:off x="1832213" y="3901899"/>
                <a:ext cx="0" cy="439763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9F23CB5B-5948-44E4-9BF6-B83CCE7F7777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 flipV="1">
                <a:off x="2003248" y="4024888"/>
                <a:ext cx="0" cy="439763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EAF4F6D-11CE-4C3D-AE20-E4F6CF1428B3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 flipV="1">
                <a:off x="2174296" y="4147877"/>
                <a:ext cx="0" cy="439763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E700EA4F-DA6F-4D72-B8FA-FD385DDD00E9}"/>
                  </a:ext>
                </a:extLst>
              </p:cNvPr>
              <p:cNvSpPr/>
              <p:nvPr/>
            </p:nvSpPr>
            <p:spPr>
              <a:xfrm rot="2143082">
                <a:off x="4431107" y="1624748"/>
                <a:ext cx="3523756" cy="231821"/>
              </a:xfrm>
              <a:custGeom>
                <a:avLst/>
                <a:gdLst>
                  <a:gd name="connsiteX0" fmla="*/ 0 w 1478604"/>
                  <a:gd name="connsiteY0" fmla="*/ 0 h 97276"/>
                  <a:gd name="connsiteX1" fmla="*/ 107004 w 1478604"/>
                  <a:gd name="connsiteY1" fmla="*/ 97276 h 97276"/>
                  <a:gd name="connsiteX2" fmla="*/ 1478604 w 1478604"/>
                  <a:gd name="connsiteY2" fmla="*/ 97276 h 97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78604" h="97276">
                    <a:moveTo>
                      <a:pt x="0" y="0"/>
                    </a:moveTo>
                    <a:lnTo>
                      <a:pt x="107004" y="97276"/>
                    </a:lnTo>
                    <a:lnTo>
                      <a:pt x="1478604" y="97276"/>
                    </a:lnTo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271413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83890D28-DB65-4933-A998-F6D267BEDA98}"/>
              </a:ext>
            </a:extLst>
          </p:cNvPr>
          <p:cNvSpPr/>
          <p:nvPr userDrawn="1"/>
        </p:nvSpPr>
        <p:spPr>
          <a:xfrm>
            <a:off x="8746034" y="-17976"/>
            <a:ext cx="3445966" cy="2023537"/>
          </a:xfrm>
          <a:custGeom>
            <a:avLst/>
            <a:gdLst>
              <a:gd name="connsiteX0" fmla="*/ 1468556 w 2131574"/>
              <a:gd name="connsiteY0" fmla="*/ 207970 h 1251701"/>
              <a:gd name="connsiteX1" fmla="*/ 765847 w 2131574"/>
              <a:gd name="connsiteY1" fmla="*/ 477621 h 1251701"/>
              <a:gd name="connsiteX2" fmla="*/ 989468 w 2131574"/>
              <a:gd name="connsiteY2" fmla="*/ 563908 h 1251701"/>
              <a:gd name="connsiteX3" fmla="*/ 1692178 w 2131574"/>
              <a:gd name="connsiteY3" fmla="*/ 294162 h 1251701"/>
              <a:gd name="connsiteX4" fmla="*/ 1654318 w 2131574"/>
              <a:gd name="connsiteY4" fmla="*/ 0 h 1251701"/>
              <a:gd name="connsiteX5" fmla="*/ 2022772 w 2131574"/>
              <a:gd name="connsiteY5" fmla="*/ 0 h 1251701"/>
              <a:gd name="connsiteX6" fmla="*/ 2131574 w 2131574"/>
              <a:gd name="connsiteY6" fmla="*/ 41936 h 1251701"/>
              <a:gd name="connsiteX7" fmla="*/ 2131574 w 2131574"/>
              <a:gd name="connsiteY7" fmla="*/ 466298 h 1251701"/>
              <a:gd name="connsiteX8" fmla="*/ 2111480 w 2131574"/>
              <a:gd name="connsiteY8" fmla="*/ 475348 h 1251701"/>
              <a:gd name="connsiteX9" fmla="*/ 2110534 w 2131574"/>
              <a:gd name="connsiteY9" fmla="*/ 711492 h 1251701"/>
              <a:gd name="connsiteX10" fmla="*/ 2074362 w 2131574"/>
              <a:gd name="connsiteY10" fmla="*/ 725354 h 1251701"/>
              <a:gd name="connsiteX11" fmla="*/ 2072088 w 2131574"/>
              <a:gd name="connsiteY11" fmla="*/ 488705 h 1251701"/>
              <a:gd name="connsiteX12" fmla="*/ 2033263 w 2131574"/>
              <a:gd name="connsiteY12" fmla="*/ 500423 h 1251701"/>
              <a:gd name="connsiteX13" fmla="*/ 2033061 w 2131574"/>
              <a:gd name="connsiteY13" fmla="*/ 445358 h 1251701"/>
              <a:gd name="connsiteX14" fmla="*/ 1953489 w 2131574"/>
              <a:gd name="connsiteY14" fmla="*/ 475816 h 1251701"/>
              <a:gd name="connsiteX15" fmla="*/ 1952964 w 2131574"/>
              <a:gd name="connsiteY15" fmla="*/ 533941 h 1251701"/>
              <a:gd name="connsiteX16" fmla="*/ 1915844 w 2131574"/>
              <a:gd name="connsiteY16" fmla="*/ 550576 h 1251701"/>
              <a:gd name="connsiteX17" fmla="*/ 1914897 w 2131574"/>
              <a:gd name="connsiteY17" fmla="*/ 786594 h 1251701"/>
              <a:gd name="connsiteX18" fmla="*/ 1878914 w 2131574"/>
              <a:gd name="connsiteY18" fmla="*/ 800581 h 1251701"/>
              <a:gd name="connsiteX19" fmla="*/ 1876454 w 2131574"/>
              <a:gd name="connsiteY19" fmla="*/ 563933 h 1251701"/>
              <a:gd name="connsiteX20" fmla="*/ 1837626 w 2131574"/>
              <a:gd name="connsiteY20" fmla="*/ 575651 h 1251701"/>
              <a:gd name="connsiteX21" fmla="*/ 1837425 w 2131574"/>
              <a:gd name="connsiteY21" fmla="*/ 520241 h 1251701"/>
              <a:gd name="connsiteX22" fmla="*/ 1757852 w 2131574"/>
              <a:gd name="connsiteY22" fmla="*/ 550699 h 1251701"/>
              <a:gd name="connsiteX23" fmla="*/ 1757326 w 2131574"/>
              <a:gd name="connsiteY23" fmla="*/ 609045 h 1251701"/>
              <a:gd name="connsiteX24" fmla="*/ 1720397 w 2131574"/>
              <a:gd name="connsiteY24" fmla="*/ 625678 h 1251701"/>
              <a:gd name="connsiteX25" fmla="*/ 1719260 w 2131574"/>
              <a:gd name="connsiteY25" fmla="*/ 861824 h 1251701"/>
              <a:gd name="connsiteX26" fmla="*/ 1683276 w 2131574"/>
              <a:gd name="connsiteY26" fmla="*/ 875810 h 1251701"/>
              <a:gd name="connsiteX27" fmla="*/ 1680816 w 2131574"/>
              <a:gd name="connsiteY27" fmla="*/ 639162 h 1251701"/>
              <a:gd name="connsiteX28" fmla="*/ 1641990 w 2131574"/>
              <a:gd name="connsiteY28" fmla="*/ 650754 h 1251701"/>
              <a:gd name="connsiteX29" fmla="*/ 1641837 w 2131574"/>
              <a:gd name="connsiteY29" fmla="*/ 595106 h 1251701"/>
              <a:gd name="connsiteX30" fmla="*/ 1562218 w 2131574"/>
              <a:gd name="connsiteY30" fmla="*/ 625583 h 1251701"/>
              <a:gd name="connsiteX31" fmla="*/ 1561688 w 2131574"/>
              <a:gd name="connsiteY31" fmla="*/ 684273 h 1251701"/>
              <a:gd name="connsiteX32" fmla="*/ 1524758 w 2131574"/>
              <a:gd name="connsiteY32" fmla="*/ 700907 h 1251701"/>
              <a:gd name="connsiteX33" fmla="*/ 1523622 w 2131574"/>
              <a:gd name="connsiteY33" fmla="*/ 937051 h 1251701"/>
              <a:gd name="connsiteX34" fmla="*/ 1487638 w 2131574"/>
              <a:gd name="connsiteY34" fmla="*/ 950913 h 1251701"/>
              <a:gd name="connsiteX35" fmla="*/ 1485366 w 2131574"/>
              <a:gd name="connsiteY35" fmla="*/ 714264 h 1251701"/>
              <a:gd name="connsiteX36" fmla="*/ 1446352 w 2131574"/>
              <a:gd name="connsiteY36" fmla="*/ 725983 h 1251701"/>
              <a:gd name="connsiteX37" fmla="*/ 1446199 w 2131574"/>
              <a:gd name="connsiteY37" fmla="*/ 669990 h 1251701"/>
              <a:gd name="connsiteX38" fmla="*/ 1366584 w 2131574"/>
              <a:gd name="connsiteY38" fmla="*/ 700465 h 1251701"/>
              <a:gd name="connsiteX39" fmla="*/ 1366052 w 2131574"/>
              <a:gd name="connsiteY39" fmla="*/ 759503 h 1251701"/>
              <a:gd name="connsiteX40" fmla="*/ 1329122 w 2131574"/>
              <a:gd name="connsiteY40" fmla="*/ 776135 h 1251701"/>
              <a:gd name="connsiteX41" fmla="*/ 1328175 w 2131574"/>
              <a:gd name="connsiteY41" fmla="*/ 1012153 h 1251701"/>
              <a:gd name="connsiteX42" fmla="*/ 1292002 w 2131574"/>
              <a:gd name="connsiteY42" fmla="*/ 1026141 h 1251701"/>
              <a:gd name="connsiteX43" fmla="*/ 1289728 w 2131574"/>
              <a:gd name="connsiteY43" fmla="*/ 789493 h 1251701"/>
              <a:gd name="connsiteX44" fmla="*/ 1250904 w 2131574"/>
              <a:gd name="connsiteY44" fmla="*/ 801211 h 1251701"/>
              <a:gd name="connsiteX45" fmla="*/ 1250697 w 2131574"/>
              <a:gd name="connsiteY45" fmla="*/ 744824 h 1251701"/>
              <a:gd name="connsiteX46" fmla="*/ 1171004 w 2131574"/>
              <a:gd name="connsiteY46" fmla="*/ 775328 h 1251701"/>
              <a:gd name="connsiteX47" fmla="*/ 1170416 w 2131574"/>
              <a:gd name="connsiteY47" fmla="*/ 834605 h 1251701"/>
              <a:gd name="connsiteX48" fmla="*/ 1133484 w 2131574"/>
              <a:gd name="connsiteY48" fmla="*/ 851239 h 1251701"/>
              <a:gd name="connsiteX49" fmla="*/ 1132536 w 2131574"/>
              <a:gd name="connsiteY49" fmla="*/ 1087383 h 1251701"/>
              <a:gd name="connsiteX50" fmla="*/ 1096366 w 2131574"/>
              <a:gd name="connsiteY50" fmla="*/ 1101370 h 1251701"/>
              <a:gd name="connsiteX51" fmla="*/ 1094094 w 2131574"/>
              <a:gd name="connsiteY51" fmla="*/ 864721 h 1251701"/>
              <a:gd name="connsiteX52" fmla="*/ 1055266 w 2131574"/>
              <a:gd name="connsiteY52" fmla="*/ 876441 h 1251701"/>
              <a:gd name="connsiteX53" fmla="*/ 1055059 w 2131574"/>
              <a:gd name="connsiteY53" fmla="*/ 819708 h 1251701"/>
              <a:gd name="connsiteX54" fmla="*/ 975504 w 2131574"/>
              <a:gd name="connsiteY54" fmla="*/ 850159 h 1251701"/>
              <a:gd name="connsiteX55" fmla="*/ 974966 w 2131574"/>
              <a:gd name="connsiteY55" fmla="*/ 909834 h 1251701"/>
              <a:gd name="connsiteX56" fmla="*/ 938037 w 2131574"/>
              <a:gd name="connsiteY56" fmla="*/ 926467 h 1251701"/>
              <a:gd name="connsiteX57" fmla="*/ 936898 w 2131574"/>
              <a:gd name="connsiteY57" fmla="*/ 1162611 h 1251701"/>
              <a:gd name="connsiteX58" fmla="*/ 900916 w 2131574"/>
              <a:gd name="connsiteY58" fmla="*/ 1176473 h 1251701"/>
              <a:gd name="connsiteX59" fmla="*/ 898454 w 2131574"/>
              <a:gd name="connsiteY59" fmla="*/ 939824 h 1251701"/>
              <a:gd name="connsiteX60" fmla="*/ 859628 w 2131574"/>
              <a:gd name="connsiteY60" fmla="*/ 951543 h 1251701"/>
              <a:gd name="connsiteX61" fmla="*/ 859421 w 2131574"/>
              <a:gd name="connsiteY61" fmla="*/ 894592 h 1251701"/>
              <a:gd name="connsiteX62" fmla="*/ 779871 w 2131574"/>
              <a:gd name="connsiteY62" fmla="*/ 925042 h 1251701"/>
              <a:gd name="connsiteX63" fmla="*/ 779330 w 2131574"/>
              <a:gd name="connsiteY63" fmla="*/ 985062 h 1251701"/>
              <a:gd name="connsiteX64" fmla="*/ 742398 w 2131574"/>
              <a:gd name="connsiteY64" fmla="*/ 1001695 h 1251701"/>
              <a:gd name="connsiteX65" fmla="*/ 741262 w 2131574"/>
              <a:gd name="connsiteY65" fmla="*/ 1237840 h 1251701"/>
              <a:gd name="connsiteX66" fmla="*/ 705280 w 2131574"/>
              <a:gd name="connsiteY66" fmla="*/ 1251701 h 1251701"/>
              <a:gd name="connsiteX67" fmla="*/ 702818 w 2131574"/>
              <a:gd name="connsiteY67" fmla="*/ 1015052 h 1251701"/>
              <a:gd name="connsiteX68" fmla="*/ 663992 w 2131574"/>
              <a:gd name="connsiteY68" fmla="*/ 1026772 h 1251701"/>
              <a:gd name="connsiteX69" fmla="*/ 663835 w 2131574"/>
              <a:gd name="connsiteY69" fmla="*/ 969456 h 1251701"/>
              <a:gd name="connsiteX70" fmla="*/ 585207 w 2131574"/>
              <a:gd name="connsiteY70" fmla="*/ 999553 h 1251701"/>
              <a:gd name="connsiteX71" fmla="*/ 585207 w 2131574"/>
              <a:gd name="connsiteY71" fmla="*/ 999552 h 1251701"/>
              <a:gd name="connsiteX72" fmla="*/ 384123 w 2131574"/>
              <a:gd name="connsiteY72" fmla="*/ 922654 h 1251701"/>
              <a:gd name="connsiteX73" fmla="*/ 384078 w 2131574"/>
              <a:gd name="connsiteY73" fmla="*/ 934087 h 1251701"/>
              <a:gd name="connsiteX74" fmla="*/ 347904 w 2131574"/>
              <a:gd name="connsiteY74" fmla="*/ 948074 h 1251701"/>
              <a:gd name="connsiteX75" fmla="*/ 347527 w 2131574"/>
              <a:gd name="connsiteY75" fmla="*/ 908658 h 1251701"/>
              <a:gd name="connsiteX76" fmla="*/ 189088 w 2131574"/>
              <a:gd name="connsiteY76" fmla="*/ 848068 h 1251701"/>
              <a:gd name="connsiteX77" fmla="*/ 188440 w 2131574"/>
              <a:gd name="connsiteY77" fmla="*/ 1009315 h 1251701"/>
              <a:gd name="connsiteX78" fmla="*/ 152268 w 2131574"/>
              <a:gd name="connsiteY78" fmla="*/ 1023303 h 1251701"/>
              <a:gd name="connsiteX79" fmla="*/ 150443 w 2131574"/>
              <a:gd name="connsiteY79" fmla="*/ 833290 h 1251701"/>
              <a:gd name="connsiteX80" fmla="*/ 0 w 2131574"/>
              <a:gd name="connsiteY80" fmla="*/ 775758 h 1251701"/>
              <a:gd name="connsiteX81" fmla="*/ 0 w 2131574"/>
              <a:gd name="connsiteY81" fmla="*/ 634811 h 1251701"/>
              <a:gd name="connsiteX82" fmla="*/ 0 w 2131574"/>
              <a:gd name="connsiteY82" fmla="*/ 625805 h 1251701"/>
              <a:gd name="connsiteX83" fmla="*/ 11702 w 2131574"/>
              <a:gd name="connsiteY83" fmla="*/ 630321 h 1251701"/>
              <a:gd name="connsiteX84" fmla="*/ 110416 w 2131574"/>
              <a:gd name="connsiteY84" fmla="*/ 592442 h 1251701"/>
              <a:gd name="connsiteX85" fmla="*/ 110413 w 2131574"/>
              <a:gd name="connsiteY85" fmla="*/ 591589 h 1251701"/>
              <a:gd name="connsiteX86" fmla="*/ 228402 w 2131574"/>
              <a:gd name="connsiteY86" fmla="*/ 546351 h 1251701"/>
              <a:gd name="connsiteX87" fmla="*/ 228394 w 2131574"/>
              <a:gd name="connsiteY87" fmla="*/ 547171 h 1251701"/>
              <a:gd name="connsiteX88" fmla="*/ 306052 w 2131574"/>
              <a:gd name="connsiteY88" fmla="*/ 517369 h 1251701"/>
              <a:gd name="connsiteX89" fmla="*/ 306051 w 2131574"/>
              <a:gd name="connsiteY89" fmla="*/ 516361 h 1251701"/>
              <a:gd name="connsiteX90" fmla="*/ 423850 w 2131574"/>
              <a:gd name="connsiteY90" fmla="*/ 471123 h 1251701"/>
              <a:gd name="connsiteX91" fmla="*/ 423840 w 2131574"/>
              <a:gd name="connsiteY91" fmla="*/ 472171 h 125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2131574" h="1251701">
                <a:moveTo>
                  <a:pt x="1468556" y="207970"/>
                </a:moveTo>
                <a:lnTo>
                  <a:pt x="765847" y="477621"/>
                </a:lnTo>
                <a:lnTo>
                  <a:pt x="989468" y="563908"/>
                </a:lnTo>
                <a:lnTo>
                  <a:pt x="1692178" y="294162"/>
                </a:lnTo>
                <a:close/>
                <a:moveTo>
                  <a:pt x="1654318" y="0"/>
                </a:moveTo>
                <a:lnTo>
                  <a:pt x="2022772" y="0"/>
                </a:lnTo>
                <a:lnTo>
                  <a:pt x="2131574" y="41936"/>
                </a:lnTo>
                <a:lnTo>
                  <a:pt x="2131574" y="466298"/>
                </a:lnTo>
                <a:lnTo>
                  <a:pt x="2111480" y="475348"/>
                </a:lnTo>
                <a:lnTo>
                  <a:pt x="2110534" y="711492"/>
                </a:lnTo>
                <a:lnTo>
                  <a:pt x="2074362" y="725354"/>
                </a:lnTo>
                <a:lnTo>
                  <a:pt x="2072088" y="488705"/>
                </a:lnTo>
                <a:lnTo>
                  <a:pt x="2033263" y="500423"/>
                </a:lnTo>
                <a:lnTo>
                  <a:pt x="2033061" y="445358"/>
                </a:lnTo>
                <a:lnTo>
                  <a:pt x="1953489" y="475816"/>
                </a:lnTo>
                <a:lnTo>
                  <a:pt x="1952964" y="533941"/>
                </a:lnTo>
                <a:lnTo>
                  <a:pt x="1915844" y="550576"/>
                </a:lnTo>
                <a:lnTo>
                  <a:pt x="1914897" y="786594"/>
                </a:lnTo>
                <a:lnTo>
                  <a:pt x="1878914" y="800581"/>
                </a:lnTo>
                <a:lnTo>
                  <a:pt x="1876454" y="563933"/>
                </a:lnTo>
                <a:lnTo>
                  <a:pt x="1837626" y="575651"/>
                </a:lnTo>
                <a:lnTo>
                  <a:pt x="1837425" y="520241"/>
                </a:lnTo>
                <a:lnTo>
                  <a:pt x="1757852" y="550699"/>
                </a:lnTo>
                <a:lnTo>
                  <a:pt x="1757326" y="609045"/>
                </a:lnTo>
                <a:lnTo>
                  <a:pt x="1720397" y="625678"/>
                </a:lnTo>
                <a:lnTo>
                  <a:pt x="1719260" y="861824"/>
                </a:lnTo>
                <a:lnTo>
                  <a:pt x="1683276" y="875810"/>
                </a:lnTo>
                <a:lnTo>
                  <a:pt x="1680816" y="639162"/>
                </a:lnTo>
                <a:lnTo>
                  <a:pt x="1641990" y="650754"/>
                </a:lnTo>
                <a:lnTo>
                  <a:pt x="1641837" y="595106"/>
                </a:lnTo>
                <a:lnTo>
                  <a:pt x="1562218" y="625583"/>
                </a:lnTo>
                <a:lnTo>
                  <a:pt x="1561688" y="684273"/>
                </a:lnTo>
                <a:lnTo>
                  <a:pt x="1524758" y="700907"/>
                </a:lnTo>
                <a:lnTo>
                  <a:pt x="1523622" y="937051"/>
                </a:lnTo>
                <a:lnTo>
                  <a:pt x="1487638" y="950913"/>
                </a:lnTo>
                <a:lnTo>
                  <a:pt x="1485366" y="714264"/>
                </a:lnTo>
                <a:lnTo>
                  <a:pt x="1446352" y="725983"/>
                </a:lnTo>
                <a:lnTo>
                  <a:pt x="1446199" y="669990"/>
                </a:lnTo>
                <a:lnTo>
                  <a:pt x="1366584" y="700465"/>
                </a:lnTo>
                <a:lnTo>
                  <a:pt x="1366052" y="759503"/>
                </a:lnTo>
                <a:lnTo>
                  <a:pt x="1329122" y="776135"/>
                </a:lnTo>
                <a:lnTo>
                  <a:pt x="1328175" y="1012153"/>
                </a:lnTo>
                <a:lnTo>
                  <a:pt x="1292002" y="1026141"/>
                </a:lnTo>
                <a:lnTo>
                  <a:pt x="1289728" y="789493"/>
                </a:lnTo>
                <a:lnTo>
                  <a:pt x="1250904" y="801211"/>
                </a:lnTo>
                <a:lnTo>
                  <a:pt x="1250697" y="744824"/>
                </a:lnTo>
                <a:lnTo>
                  <a:pt x="1171004" y="775328"/>
                </a:lnTo>
                <a:lnTo>
                  <a:pt x="1170416" y="834605"/>
                </a:lnTo>
                <a:lnTo>
                  <a:pt x="1133484" y="851239"/>
                </a:lnTo>
                <a:lnTo>
                  <a:pt x="1132536" y="1087383"/>
                </a:lnTo>
                <a:lnTo>
                  <a:pt x="1096366" y="1101370"/>
                </a:lnTo>
                <a:lnTo>
                  <a:pt x="1094094" y="864721"/>
                </a:lnTo>
                <a:lnTo>
                  <a:pt x="1055266" y="876441"/>
                </a:lnTo>
                <a:lnTo>
                  <a:pt x="1055059" y="819708"/>
                </a:lnTo>
                <a:lnTo>
                  <a:pt x="975504" y="850159"/>
                </a:lnTo>
                <a:lnTo>
                  <a:pt x="974966" y="909834"/>
                </a:lnTo>
                <a:lnTo>
                  <a:pt x="938037" y="926467"/>
                </a:lnTo>
                <a:lnTo>
                  <a:pt x="936898" y="1162611"/>
                </a:lnTo>
                <a:lnTo>
                  <a:pt x="900916" y="1176473"/>
                </a:lnTo>
                <a:lnTo>
                  <a:pt x="898454" y="939824"/>
                </a:lnTo>
                <a:lnTo>
                  <a:pt x="859628" y="951543"/>
                </a:lnTo>
                <a:lnTo>
                  <a:pt x="859421" y="894592"/>
                </a:lnTo>
                <a:lnTo>
                  <a:pt x="779871" y="925042"/>
                </a:lnTo>
                <a:lnTo>
                  <a:pt x="779330" y="985062"/>
                </a:lnTo>
                <a:lnTo>
                  <a:pt x="742398" y="1001695"/>
                </a:lnTo>
                <a:lnTo>
                  <a:pt x="741262" y="1237840"/>
                </a:lnTo>
                <a:lnTo>
                  <a:pt x="705280" y="1251701"/>
                </a:lnTo>
                <a:lnTo>
                  <a:pt x="702818" y="1015052"/>
                </a:lnTo>
                <a:lnTo>
                  <a:pt x="663992" y="1026772"/>
                </a:lnTo>
                <a:lnTo>
                  <a:pt x="663835" y="969456"/>
                </a:lnTo>
                <a:lnTo>
                  <a:pt x="585207" y="999553"/>
                </a:lnTo>
                <a:lnTo>
                  <a:pt x="585207" y="999552"/>
                </a:lnTo>
                <a:lnTo>
                  <a:pt x="384123" y="922654"/>
                </a:lnTo>
                <a:lnTo>
                  <a:pt x="384078" y="934087"/>
                </a:lnTo>
                <a:lnTo>
                  <a:pt x="347904" y="948074"/>
                </a:lnTo>
                <a:lnTo>
                  <a:pt x="347527" y="908658"/>
                </a:lnTo>
                <a:lnTo>
                  <a:pt x="189088" y="848068"/>
                </a:lnTo>
                <a:lnTo>
                  <a:pt x="188440" y="1009315"/>
                </a:lnTo>
                <a:lnTo>
                  <a:pt x="152268" y="1023303"/>
                </a:lnTo>
                <a:lnTo>
                  <a:pt x="150443" y="833290"/>
                </a:lnTo>
                <a:lnTo>
                  <a:pt x="0" y="775758"/>
                </a:lnTo>
                <a:lnTo>
                  <a:pt x="0" y="634811"/>
                </a:lnTo>
                <a:lnTo>
                  <a:pt x="0" y="625805"/>
                </a:lnTo>
                <a:lnTo>
                  <a:pt x="11702" y="630321"/>
                </a:lnTo>
                <a:lnTo>
                  <a:pt x="110416" y="592442"/>
                </a:lnTo>
                <a:lnTo>
                  <a:pt x="110413" y="591589"/>
                </a:lnTo>
                <a:lnTo>
                  <a:pt x="228402" y="546351"/>
                </a:lnTo>
                <a:lnTo>
                  <a:pt x="228394" y="547171"/>
                </a:lnTo>
                <a:lnTo>
                  <a:pt x="306052" y="517369"/>
                </a:lnTo>
                <a:lnTo>
                  <a:pt x="306051" y="516361"/>
                </a:lnTo>
                <a:lnTo>
                  <a:pt x="423850" y="471123"/>
                </a:lnTo>
                <a:lnTo>
                  <a:pt x="423840" y="472171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 w="269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B8C0EA2-D1F6-48A7-9EE4-840E625B9C02}"/>
              </a:ext>
            </a:extLst>
          </p:cNvPr>
          <p:cNvGrpSpPr/>
          <p:nvPr userDrawn="1"/>
        </p:nvGrpSpPr>
        <p:grpSpPr>
          <a:xfrm>
            <a:off x="548226" y="342079"/>
            <a:ext cx="5440770" cy="6257605"/>
            <a:chOff x="548226" y="342079"/>
            <a:chExt cx="5440770" cy="6257605"/>
          </a:xfrm>
          <a:solidFill>
            <a:schemeClr val="accent2"/>
          </a:solidFill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4C0989A-B0CD-467C-8FFF-0322C8779616}"/>
                </a:ext>
              </a:extLst>
            </p:cNvPr>
            <p:cNvSpPr/>
            <p:nvPr userDrawn="1"/>
          </p:nvSpPr>
          <p:spPr>
            <a:xfrm>
              <a:off x="1417713" y="1769387"/>
              <a:ext cx="3472774" cy="3472774"/>
            </a:xfrm>
            <a:prstGeom prst="roundRect">
              <a:avLst>
                <a:gd name="adj" fmla="val 51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32732B9-A675-4A92-B586-57210158DBB9}"/>
                </a:ext>
              </a:extLst>
            </p:cNvPr>
            <p:cNvGrpSpPr/>
            <p:nvPr userDrawn="1"/>
          </p:nvGrpSpPr>
          <p:grpSpPr>
            <a:xfrm>
              <a:off x="1266074" y="342079"/>
              <a:ext cx="3753546" cy="1535752"/>
              <a:chOff x="1373078" y="342079"/>
              <a:chExt cx="3753546" cy="1535752"/>
            </a:xfrm>
            <a:grpFill/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20BD9410-309C-4A73-BEB0-D4BD52253B38}"/>
                  </a:ext>
                </a:extLst>
              </p:cNvPr>
              <p:cNvSpPr/>
              <p:nvPr/>
            </p:nvSpPr>
            <p:spPr>
              <a:xfrm flipH="1">
                <a:off x="1945338" y="395212"/>
                <a:ext cx="546385" cy="1482619"/>
              </a:xfrm>
              <a:custGeom>
                <a:avLst/>
                <a:gdLst>
                  <a:gd name="connsiteX0" fmla="*/ 172666 w 1002965"/>
                  <a:gd name="connsiteY0" fmla="*/ 2721517 h 2721551"/>
                  <a:gd name="connsiteX1" fmla="*/ 216272 w 1002965"/>
                  <a:gd name="connsiteY1" fmla="*/ 2678572 h 2721551"/>
                  <a:gd name="connsiteX2" fmla="*/ 210986 w 1002965"/>
                  <a:gd name="connsiteY2" fmla="*/ 2373992 h 2721551"/>
                  <a:gd name="connsiteX3" fmla="*/ 201076 w 1002965"/>
                  <a:gd name="connsiteY3" fmla="*/ 2371349 h 2721551"/>
                  <a:gd name="connsiteX4" fmla="*/ 163416 w 1002965"/>
                  <a:gd name="connsiteY4" fmla="*/ 2332368 h 2721551"/>
                  <a:gd name="connsiteX5" fmla="*/ 163416 w 1002965"/>
                  <a:gd name="connsiteY5" fmla="*/ 711687 h 2721551"/>
                  <a:gd name="connsiteX6" fmla="*/ 199754 w 1002965"/>
                  <a:gd name="connsiteY6" fmla="*/ 674027 h 2721551"/>
                  <a:gd name="connsiteX7" fmla="*/ 909339 w 1002965"/>
                  <a:gd name="connsiteY7" fmla="*/ 674688 h 2721551"/>
                  <a:gd name="connsiteX8" fmla="*/ 943035 w 1002965"/>
                  <a:gd name="connsiteY8" fmla="*/ 639671 h 2721551"/>
                  <a:gd name="connsiteX9" fmla="*/ 941053 w 1002965"/>
                  <a:gd name="connsiteY9" fmla="*/ 222113 h 2721551"/>
                  <a:gd name="connsiteX10" fmla="*/ 964177 w 1002965"/>
                  <a:gd name="connsiteY10" fmla="*/ 176525 h 2721551"/>
                  <a:gd name="connsiteX11" fmla="*/ 995229 w 1002965"/>
                  <a:gd name="connsiteY11" fmla="*/ 58921 h 2721551"/>
                  <a:gd name="connsiteX12" fmla="*/ 894804 w 1002965"/>
                  <a:gd name="connsiteY12" fmla="*/ 780 h 2721551"/>
                  <a:gd name="connsiteX13" fmla="*/ 813538 w 1002965"/>
                  <a:gd name="connsiteY13" fmla="*/ 80724 h 2721551"/>
                  <a:gd name="connsiteX14" fmla="*/ 867055 w 1002965"/>
                  <a:gd name="connsiteY14" fmla="*/ 187096 h 2721551"/>
                  <a:gd name="connsiteX15" fmla="*/ 886876 w 1002965"/>
                  <a:gd name="connsiteY15" fmla="*/ 218809 h 2721551"/>
                  <a:gd name="connsiteX16" fmla="*/ 886876 w 1002965"/>
                  <a:gd name="connsiteY16" fmla="*/ 590780 h 2721551"/>
                  <a:gd name="connsiteX17" fmla="*/ 857144 w 1002965"/>
                  <a:gd name="connsiteY17" fmla="*/ 619850 h 2721551"/>
                  <a:gd name="connsiteX18" fmla="*/ 123114 w 1002965"/>
                  <a:gd name="connsiteY18" fmla="*/ 617208 h 2721551"/>
                  <a:gd name="connsiteX19" fmla="*/ 88758 w 1002965"/>
                  <a:gd name="connsiteY19" fmla="*/ 650242 h 2721551"/>
                  <a:gd name="connsiteX20" fmla="*/ 89418 w 1002965"/>
                  <a:gd name="connsiteY20" fmla="*/ 2329726 h 2721551"/>
                  <a:gd name="connsiteX21" fmla="*/ 89418 w 1002965"/>
                  <a:gd name="connsiteY21" fmla="*/ 2353511 h 2721551"/>
                  <a:gd name="connsiteX22" fmla="*/ 72240 w 1002965"/>
                  <a:gd name="connsiteY22" fmla="*/ 2370689 h 2721551"/>
                  <a:gd name="connsiteX23" fmla="*/ 5510 w 1002965"/>
                  <a:gd name="connsiteY23" fmla="*/ 2372671 h 2721551"/>
                  <a:gd name="connsiteX24" fmla="*/ 6171 w 1002965"/>
                  <a:gd name="connsiteY24" fmla="*/ 2388527 h 2721551"/>
                  <a:gd name="connsiteX25" fmla="*/ 225 w 1002965"/>
                  <a:gd name="connsiteY25" fmla="*/ 2687822 h 2721551"/>
                  <a:gd name="connsiteX26" fmla="*/ 34581 w 1002965"/>
                  <a:gd name="connsiteY26" fmla="*/ 2721517 h 2721551"/>
                  <a:gd name="connsiteX27" fmla="*/ 172666 w 1002965"/>
                  <a:gd name="connsiteY27" fmla="*/ 2721517 h 2721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002965" h="2721551">
                    <a:moveTo>
                      <a:pt x="172666" y="2721517"/>
                    </a:moveTo>
                    <a:cubicBezTo>
                      <a:pt x="215611" y="2721517"/>
                      <a:pt x="215611" y="2720856"/>
                      <a:pt x="216272" y="2678572"/>
                    </a:cubicBezTo>
                    <a:cubicBezTo>
                      <a:pt x="217593" y="2576825"/>
                      <a:pt x="205040" y="2475739"/>
                      <a:pt x="210986" y="2373992"/>
                    </a:cubicBezTo>
                    <a:cubicBezTo>
                      <a:pt x="207683" y="2373331"/>
                      <a:pt x="204379" y="2371349"/>
                      <a:pt x="201076" y="2371349"/>
                    </a:cubicBezTo>
                    <a:cubicBezTo>
                      <a:pt x="163416" y="2368707"/>
                      <a:pt x="163416" y="2369367"/>
                      <a:pt x="163416" y="2332368"/>
                    </a:cubicBezTo>
                    <a:cubicBezTo>
                      <a:pt x="163416" y="1791921"/>
                      <a:pt x="163416" y="1252134"/>
                      <a:pt x="163416" y="711687"/>
                    </a:cubicBezTo>
                    <a:cubicBezTo>
                      <a:pt x="163416" y="669402"/>
                      <a:pt x="157470" y="674027"/>
                      <a:pt x="199754" y="674027"/>
                    </a:cubicBezTo>
                    <a:cubicBezTo>
                      <a:pt x="436282" y="674027"/>
                      <a:pt x="672811" y="674688"/>
                      <a:pt x="909339" y="674688"/>
                    </a:cubicBezTo>
                    <a:cubicBezTo>
                      <a:pt x="943695" y="674688"/>
                      <a:pt x="943695" y="674688"/>
                      <a:pt x="943035" y="639671"/>
                    </a:cubicBezTo>
                    <a:cubicBezTo>
                      <a:pt x="942374" y="500265"/>
                      <a:pt x="942374" y="360858"/>
                      <a:pt x="941053" y="222113"/>
                    </a:cubicBezTo>
                    <a:cubicBezTo>
                      <a:pt x="941053" y="201631"/>
                      <a:pt x="945017" y="188417"/>
                      <a:pt x="964177" y="176525"/>
                    </a:cubicBezTo>
                    <a:cubicBezTo>
                      <a:pt x="1000515" y="153401"/>
                      <a:pt x="1012407" y="102527"/>
                      <a:pt x="995229" y="58921"/>
                    </a:cubicBezTo>
                    <a:cubicBezTo>
                      <a:pt x="979373" y="17298"/>
                      <a:pt x="941713" y="-4505"/>
                      <a:pt x="894804" y="780"/>
                    </a:cubicBezTo>
                    <a:cubicBezTo>
                      <a:pt x="851859" y="5405"/>
                      <a:pt x="822128" y="34476"/>
                      <a:pt x="813538" y="80724"/>
                    </a:cubicBezTo>
                    <a:cubicBezTo>
                      <a:pt x="805610" y="125651"/>
                      <a:pt x="826752" y="169918"/>
                      <a:pt x="867055" y="187096"/>
                    </a:cubicBezTo>
                    <a:cubicBezTo>
                      <a:pt x="883572" y="193703"/>
                      <a:pt x="886876" y="202292"/>
                      <a:pt x="886876" y="218809"/>
                    </a:cubicBezTo>
                    <a:cubicBezTo>
                      <a:pt x="886215" y="343020"/>
                      <a:pt x="885554" y="467230"/>
                      <a:pt x="886876" y="590780"/>
                    </a:cubicBezTo>
                    <a:cubicBezTo>
                      <a:pt x="886876" y="615226"/>
                      <a:pt x="880269" y="620511"/>
                      <a:pt x="857144" y="619850"/>
                    </a:cubicBezTo>
                    <a:cubicBezTo>
                      <a:pt x="612688" y="618529"/>
                      <a:pt x="368231" y="619190"/>
                      <a:pt x="123114" y="617208"/>
                    </a:cubicBezTo>
                    <a:cubicBezTo>
                      <a:pt x="97347" y="617208"/>
                      <a:pt x="88758" y="621832"/>
                      <a:pt x="88758" y="650242"/>
                    </a:cubicBezTo>
                    <a:cubicBezTo>
                      <a:pt x="90079" y="1209850"/>
                      <a:pt x="89418" y="1770118"/>
                      <a:pt x="89418" y="2329726"/>
                    </a:cubicBezTo>
                    <a:cubicBezTo>
                      <a:pt x="89418" y="2337654"/>
                      <a:pt x="88758" y="2345582"/>
                      <a:pt x="89418" y="2353511"/>
                    </a:cubicBezTo>
                    <a:cubicBezTo>
                      <a:pt x="90079" y="2366064"/>
                      <a:pt x="85454" y="2370689"/>
                      <a:pt x="72240" y="2370689"/>
                    </a:cubicBezTo>
                    <a:cubicBezTo>
                      <a:pt x="49777" y="2370689"/>
                      <a:pt x="27974" y="2367385"/>
                      <a:pt x="5510" y="2372671"/>
                    </a:cubicBezTo>
                    <a:cubicBezTo>
                      <a:pt x="5510" y="2377956"/>
                      <a:pt x="6171" y="2383242"/>
                      <a:pt x="6171" y="2388527"/>
                    </a:cubicBezTo>
                    <a:cubicBezTo>
                      <a:pt x="10135" y="2488292"/>
                      <a:pt x="-1757" y="2588057"/>
                      <a:pt x="225" y="2687822"/>
                    </a:cubicBezTo>
                    <a:cubicBezTo>
                      <a:pt x="885" y="2713589"/>
                      <a:pt x="8814" y="2722178"/>
                      <a:pt x="34581" y="2721517"/>
                    </a:cubicBezTo>
                    <a:cubicBezTo>
                      <a:pt x="81490" y="2720195"/>
                      <a:pt x="127078" y="2721517"/>
                      <a:pt x="172666" y="2721517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2D03E240-F54F-4508-9919-35CBB644B65F}"/>
                  </a:ext>
                </a:extLst>
              </p:cNvPr>
              <p:cNvSpPr/>
              <p:nvPr/>
            </p:nvSpPr>
            <p:spPr>
              <a:xfrm flipH="1">
                <a:off x="2788787" y="342079"/>
                <a:ext cx="130800" cy="1535752"/>
              </a:xfrm>
              <a:custGeom>
                <a:avLst/>
                <a:gdLst>
                  <a:gd name="connsiteX0" fmla="*/ 208346 w 240102"/>
                  <a:gd name="connsiteY0" fmla="*/ 2818424 h 2819084"/>
                  <a:gd name="connsiteX1" fmla="*/ 240059 w 240102"/>
                  <a:gd name="connsiteY1" fmla="*/ 2785390 h 2819084"/>
                  <a:gd name="connsiteX2" fmla="*/ 240059 w 240102"/>
                  <a:gd name="connsiteY2" fmla="*/ 2641358 h 2819084"/>
                  <a:gd name="connsiteX3" fmla="*/ 240059 w 240102"/>
                  <a:gd name="connsiteY3" fmla="*/ 2518470 h 2819084"/>
                  <a:gd name="connsiteX4" fmla="*/ 189846 w 240102"/>
                  <a:gd name="connsiteY4" fmla="*/ 2468917 h 2819084"/>
                  <a:gd name="connsiteX5" fmla="*/ 156151 w 240102"/>
                  <a:gd name="connsiteY5" fmla="*/ 2435222 h 2819084"/>
                  <a:gd name="connsiteX6" fmla="*/ 156812 w 240102"/>
                  <a:gd name="connsiteY6" fmla="*/ 215291 h 2819084"/>
                  <a:gd name="connsiteX7" fmla="*/ 173990 w 240102"/>
                  <a:gd name="connsiteY7" fmla="*/ 153186 h 2819084"/>
                  <a:gd name="connsiteX8" fmla="*/ 141616 w 240102"/>
                  <a:gd name="connsiteY8" fmla="*/ 11137 h 2819084"/>
                  <a:gd name="connsiteX9" fmla="*/ 8816 w 240102"/>
                  <a:gd name="connsiteY9" fmla="*/ 56725 h 2819084"/>
                  <a:gd name="connsiteX10" fmla="*/ 68940 w 240102"/>
                  <a:gd name="connsiteY10" fmla="*/ 192167 h 2819084"/>
                  <a:gd name="connsiteX11" fmla="*/ 84135 w 240102"/>
                  <a:gd name="connsiteY11" fmla="*/ 222559 h 2819084"/>
                  <a:gd name="connsiteX12" fmla="*/ 84796 w 240102"/>
                  <a:gd name="connsiteY12" fmla="*/ 2437204 h 2819084"/>
                  <a:gd name="connsiteX13" fmla="*/ 53743 w 240102"/>
                  <a:gd name="connsiteY13" fmla="*/ 2467596 h 2819084"/>
                  <a:gd name="connsiteX14" fmla="*/ 29958 w 240102"/>
                  <a:gd name="connsiteY14" fmla="*/ 2491381 h 2819084"/>
                  <a:gd name="connsiteX15" fmla="*/ 30619 w 240102"/>
                  <a:gd name="connsiteY15" fmla="*/ 2641358 h 2819084"/>
                  <a:gd name="connsiteX16" fmla="*/ 30619 w 240102"/>
                  <a:gd name="connsiteY16" fmla="*/ 2788032 h 2819084"/>
                  <a:gd name="connsiteX17" fmla="*/ 61672 w 240102"/>
                  <a:gd name="connsiteY17" fmla="*/ 2819085 h 2819084"/>
                  <a:gd name="connsiteX18" fmla="*/ 208346 w 240102"/>
                  <a:gd name="connsiteY18" fmla="*/ 2818424 h 2819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40102" h="2819084">
                    <a:moveTo>
                      <a:pt x="208346" y="2818424"/>
                    </a:moveTo>
                    <a:cubicBezTo>
                      <a:pt x="234113" y="2819085"/>
                      <a:pt x="240720" y="2808514"/>
                      <a:pt x="240059" y="2785390"/>
                    </a:cubicBezTo>
                    <a:cubicBezTo>
                      <a:pt x="238737" y="2737159"/>
                      <a:pt x="240059" y="2689589"/>
                      <a:pt x="240059" y="2641358"/>
                    </a:cubicBezTo>
                    <a:cubicBezTo>
                      <a:pt x="240059" y="2600395"/>
                      <a:pt x="240059" y="2559432"/>
                      <a:pt x="240059" y="2518470"/>
                    </a:cubicBezTo>
                    <a:cubicBezTo>
                      <a:pt x="240059" y="2468257"/>
                      <a:pt x="240059" y="2466275"/>
                      <a:pt x="189846" y="2468917"/>
                    </a:cubicBezTo>
                    <a:cubicBezTo>
                      <a:pt x="162758" y="2470239"/>
                      <a:pt x="156151" y="2462971"/>
                      <a:pt x="156151" y="2435222"/>
                    </a:cubicBezTo>
                    <a:cubicBezTo>
                      <a:pt x="156812" y="1695245"/>
                      <a:pt x="156812" y="955268"/>
                      <a:pt x="156812" y="215291"/>
                    </a:cubicBezTo>
                    <a:cubicBezTo>
                      <a:pt x="156812" y="192828"/>
                      <a:pt x="159454" y="173668"/>
                      <a:pt x="173990" y="153186"/>
                    </a:cubicBezTo>
                    <a:cubicBezTo>
                      <a:pt x="207685" y="106277"/>
                      <a:pt x="189185" y="35583"/>
                      <a:pt x="141616" y="11137"/>
                    </a:cubicBezTo>
                    <a:cubicBezTo>
                      <a:pt x="90742" y="-14630"/>
                      <a:pt x="29958" y="5851"/>
                      <a:pt x="8816" y="56725"/>
                    </a:cubicBezTo>
                    <a:cubicBezTo>
                      <a:pt x="-14969" y="113544"/>
                      <a:pt x="10798" y="174989"/>
                      <a:pt x="68940" y="192167"/>
                    </a:cubicBezTo>
                    <a:cubicBezTo>
                      <a:pt x="89421" y="198113"/>
                      <a:pt x="84135" y="210666"/>
                      <a:pt x="84135" y="222559"/>
                    </a:cubicBezTo>
                    <a:cubicBezTo>
                      <a:pt x="84135" y="960554"/>
                      <a:pt x="84135" y="1698549"/>
                      <a:pt x="84796" y="2437204"/>
                    </a:cubicBezTo>
                    <a:cubicBezTo>
                      <a:pt x="84796" y="2461650"/>
                      <a:pt x="78189" y="2471560"/>
                      <a:pt x="53743" y="2467596"/>
                    </a:cubicBezTo>
                    <a:cubicBezTo>
                      <a:pt x="35244" y="2464953"/>
                      <a:pt x="29298" y="2472221"/>
                      <a:pt x="29958" y="2491381"/>
                    </a:cubicBezTo>
                    <a:cubicBezTo>
                      <a:pt x="31280" y="2541594"/>
                      <a:pt x="30619" y="2591146"/>
                      <a:pt x="30619" y="2641358"/>
                    </a:cubicBezTo>
                    <a:cubicBezTo>
                      <a:pt x="30619" y="2690250"/>
                      <a:pt x="31940" y="2739141"/>
                      <a:pt x="30619" y="2788032"/>
                    </a:cubicBezTo>
                    <a:cubicBezTo>
                      <a:pt x="29958" y="2811817"/>
                      <a:pt x="39208" y="2819085"/>
                      <a:pt x="61672" y="2819085"/>
                    </a:cubicBezTo>
                    <a:cubicBezTo>
                      <a:pt x="110563" y="2817103"/>
                      <a:pt x="159454" y="2817103"/>
                      <a:pt x="208346" y="2818424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4BCF587F-187E-4163-89C2-718ECF77FD3C}"/>
                  </a:ext>
                </a:extLst>
              </p:cNvPr>
              <p:cNvSpPr/>
              <p:nvPr/>
            </p:nvSpPr>
            <p:spPr>
              <a:xfrm flipH="1">
                <a:off x="1373078" y="1091819"/>
                <a:ext cx="733965" cy="786012"/>
              </a:xfrm>
              <a:custGeom>
                <a:avLst/>
                <a:gdLst>
                  <a:gd name="connsiteX0" fmla="*/ 136802 w 1347294"/>
                  <a:gd name="connsiteY0" fmla="*/ 78466 h 1442833"/>
                  <a:gd name="connsiteX1" fmla="*/ 138123 w 1347294"/>
                  <a:gd name="connsiteY1" fmla="*/ 512542 h 1442833"/>
                  <a:gd name="connsiteX2" fmla="*/ 138784 w 1347294"/>
                  <a:gd name="connsiteY2" fmla="*/ 1066864 h 1442833"/>
                  <a:gd name="connsiteX3" fmla="*/ 113677 w 1347294"/>
                  <a:gd name="connsiteY3" fmla="*/ 1092631 h 1442833"/>
                  <a:gd name="connsiteX4" fmla="*/ 25145 w 1347294"/>
                  <a:gd name="connsiteY4" fmla="*/ 1091970 h 1442833"/>
                  <a:gd name="connsiteX5" fmla="*/ 38 w 1347294"/>
                  <a:gd name="connsiteY5" fmla="*/ 1115094 h 1442833"/>
                  <a:gd name="connsiteX6" fmla="*/ 699 w 1347294"/>
                  <a:gd name="connsiteY6" fmla="*/ 1265072 h 1442833"/>
                  <a:gd name="connsiteX7" fmla="*/ 699 w 1347294"/>
                  <a:gd name="connsiteY7" fmla="*/ 1414389 h 1442833"/>
                  <a:gd name="connsiteX8" fmla="*/ 29109 w 1347294"/>
                  <a:gd name="connsiteY8" fmla="*/ 1442799 h 1442833"/>
                  <a:gd name="connsiteX9" fmla="*/ 181068 w 1347294"/>
                  <a:gd name="connsiteY9" fmla="*/ 1442799 h 1442833"/>
                  <a:gd name="connsiteX10" fmla="*/ 210139 w 1347294"/>
                  <a:gd name="connsiteY10" fmla="*/ 1412407 h 1442833"/>
                  <a:gd name="connsiteX11" fmla="*/ 210139 w 1347294"/>
                  <a:gd name="connsiteY11" fmla="*/ 1265733 h 1442833"/>
                  <a:gd name="connsiteX12" fmla="*/ 209478 w 1347294"/>
                  <a:gd name="connsiteY12" fmla="*/ 1113112 h 1442833"/>
                  <a:gd name="connsiteX13" fmla="*/ 205514 w 1347294"/>
                  <a:gd name="connsiteY13" fmla="*/ 1093952 h 1442833"/>
                  <a:gd name="connsiteX14" fmla="*/ 191639 w 1347294"/>
                  <a:gd name="connsiteY14" fmla="*/ 1064221 h 1442833"/>
                  <a:gd name="connsiteX15" fmla="*/ 190979 w 1347294"/>
                  <a:gd name="connsiteY15" fmla="*/ 148500 h 1442833"/>
                  <a:gd name="connsiteX16" fmla="*/ 220049 w 1347294"/>
                  <a:gd name="connsiteY16" fmla="*/ 118768 h 1442833"/>
                  <a:gd name="connsiteX17" fmla="*/ 1133128 w 1347294"/>
                  <a:gd name="connsiteY17" fmla="*/ 118768 h 1442833"/>
                  <a:gd name="connsiteX18" fmla="*/ 1166162 w 1347294"/>
                  <a:gd name="connsiteY18" fmla="*/ 139911 h 1442833"/>
                  <a:gd name="connsiteX19" fmla="*/ 1267909 w 1347294"/>
                  <a:gd name="connsiteY19" fmla="*/ 194748 h 1442833"/>
                  <a:gd name="connsiteX20" fmla="*/ 1345211 w 1347294"/>
                  <a:gd name="connsiteY20" fmla="*/ 120090 h 1442833"/>
                  <a:gd name="connsiteX21" fmla="*/ 1299623 w 1347294"/>
                  <a:gd name="connsiteY21" fmla="*/ 11736 h 1442833"/>
                  <a:gd name="connsiteX22" fmla="*/ 1185983 w 1347294"/>
                  <a:gd name="connsiteY22" fmla="*/ 27593 h 1442833"/>
                  <a:gd name="connsiteX23" fmla="*/ 1142378 w 1347294"/>
                  <a:gd name="connsiteY23" fmla="*/ 45431 h 1442833"/>
                  <a:gd name="connsiteX24" fmla="*/ 170497 w 1347294"/>
                  <a:gd name="connsiteY24" fmla="*/ 44110 h 1442833"/>
                  <a:gd name="connsiteX25" fmla="*/ 136802 w 1347294"/>
                  <a:gd name="connsiteY25" fmla="*/ 78466 h 1442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347294" h="1442833">
                    <a:moveTo>
                      <a:pt x="136802" y="78466"/>
                    </a:moveTo>
                    <a:cubicBezTo>
                      <a:pt x="138784" y="223158"/>
                      <a:pt x="138123" y="367850"/>
                      <a:pt x="138123" y="512542"/>
                    </a:cubicBezTo>
                    <a:cubicBezTo>
                      <a:pt x="138123" y="697536"/>
                      <a:pt x="138123" y="881870"/>
                      <a:pt x="138784" y="1066864"/>
                    </a:cubicBezTo>
                    <a:cubicBezTo>
                      <a:pt x="138784" y="1086024"/>
                      <a:pt x="134820" y="1093952"/>
                      <a:pt x="113677" y="1092631"/>
                    </a:cubicBezTo>
                    <a:cubicBezTo>
                      <a:pt x="84607" y="1090649"/>
                      <a:pt x="54876" y="1093292"/>
                      <a:pt x="25145" y="1091970"/>
                    </a:cubicBezTo>
                    <a:cubicBezTo>
                      <a:pt x="7306" y="1091309"/>
                      <a:pt x="-623" y="1095274"/>
                      <a:pt x="38" y="1115094"/>
                    </a:cubicBezTo>
                    <a:cubicBezTo>
                      <a:pt x="1359" y="1165307"/>
                      <a:pt x="699" y="1214859"/>
                      <a:pt x="699" y="1265072"/>
                    </a:cubicBezTo>
                    <a:cubicBezTo>
                      <a:pt x="699" y="1314624"/>
                      <a:pt x="1359" y="1364837"/>
                      <a:pt x="699" y="1414389"/>
                    </a:cubicBezTo>
                    <a:cubicBezTo>
                      <a:pt x="699" y="1434870"/>
                      <a:pt x="7966" y="1443459"/>
                      <a:pt x="29109" y="1442799"/>
                    </a:cubicBezTo>
                    <a:cubicBezTo>
                      <a:pt x="79982" y="1442138"/>
                      <a:pt x="130856" y="1442138"/>
                      <a:pt x="181068" y="1442799"/>
                    </a:cubicBezTo>
                    <a:cubicBezTo>
                      <a:pt x="203532" y="1443459"/>
                      <a:pt x="210799" y="1434210"/>
                      <a:pt x="210139" y="1412407"/>
                    </a:cubicBezTo>
                    <a:cubicBezTo>
                      <a:pt x="209478" y="1363515"/>
                      <a:pt x="210139" y="1314624"/>
                      <a:pt x="210139" y="1265733"/>
                    </a:cubicBezTo>
                    <a:cubicBezTo>
                      <a:pt x="210139" y="1214859"/>
                      <a:pt x="210139" y="1163986"/>
                      <a:pt x="209478" y="1113112"/>
                    </a:cubicBezTo>
                    <a:cubicBezTo>
                      <a:pt x="209478" y="1106506"/>
                      <a:pt x="213442" y="1095274"/>
                      <a:pt x="205514" y="1093952"/>
                    </a:cubicBezTo>
                    <a:cubicBezTo>
                      <a:pt x="186354" y="1089327"/>
                      <a:pt x="191639" y="1075453"/>
                      <a:pt x="191639" y="1064221"/>
                    </a:cubicBezTo>
                    <a:cubicBezTo>
                      <a:pt x="191639" y="758981"/>
                      <a:pt x="191639" y="453740"/>
                      <a:pt x="190979" y="148500"/>
                    </a:cubicBezTo>
                    <a:cubicBezTo>
                      <a:pt x="190979" y="125375"/>
                      <a:pt x="195604" y="118768"/>
                      <a:pt x="220049" y="118768"/>
                    </a:cubicBezTo>
                    <a:cubicBezTo>
                      <a:pt x="524629" y="119429"/>
                      <a:pt x="829209" y="119429"/>
                      <a:pt x="1133128" y="118768"/>
                    </a:cubicBezTo>
                    <a:cubicBezTo>
                      <a:pt x="1150306" y="118768"/>
                      <a:pt x="1159555" y="122072"/>
                      <a:pt x="1166162" y="139911"/>
                    </a:cubicBezTo>
                    <a:cubicBezTo>
                      <a:pt x="1182019" y="182195"/>
                      <a:pt x="1219679" y="200694"/>
                      <a:pt x="1267909" y="194748"/>
                    </a:cubicBezTo>
                    <a:cubicBezTo>
                      <a:pt x="1306890" y="190123"/>
                      <a:pt x="1337282" y="161053"/>
                      <a:pt x="1345211" y="120090"/>
                    </a:cubicBezTo>
                    <a:cubicBezTo>
                      <a:pt x="1353799" y="74502"/>
                      <a:pt x="1335300" y="31557"/>
                      <a:pt x="1299623" y="11736"/>
                    </a:cubicBezTo>
                    <a:cubicBezTo>
                      <a:pt x="1262624" y="-8085"/>
                      <a:pt x="1212411" y="-2799"/>
                      <a:pt x="1185983" y="27593"/>
                    </a:cubicBezTo>
                    <a:cubicBezTo>
                      <a:pt x="1173430" y="42128"/>
                      <a:pt x="1160216" y="45431"/>
                      <a:pt x="1142378" y="45431"/>
                    </a:cubicBezTo>
                    <a:cubicBezTo>
                      <a:pt x="818638" y="44771"/>
                      <a:pt x="494237" y="45431"/>
                      <a:pt x="170497" y="44110"/>
                    </a:cubicBezTo>
                    <a:cubicBezTo>
                      <a:pt x="146052" y="46092"/>
                      <a:pt x="136141" y="49396"/>
                      <a:pt x="136802" y="78466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6C8E0D8C-4969-48C1-AF8C-64C51835A08D}"/>
                  </a:ext>
                </a:extLst>
              </p:cNvPr>
              <p:cNvSpPr/>
              <p:nvPr/>
            </p:nvSpPr>
            <p:spPr>
              <a:xfrm flipH="1">
                <a:off x="3557029" y="726738"/>
                <a:ext cx="453728" cy="1151093"/>
              </a:xfrm>
              <a:custGeom>
                <a:avLst/>
                <a:gdLst>
                  <a:gd name="connsiteX0" fmla="*/ 67744 w 832880"/>
                  <a:gd name="connsiteY0" fmla="*/ 190334 h 2112990"/>
                  <a:gd name="connsiteX1" fmla="*/ 85582 w 832880"/>
                  <a:gd name="connsiteY1" fmla="*/ 219405 h 2112990"/>
                  <a:gd name="connsiteX2" fmla="*/ 84922 w 832880"/>
                  <a:gd name="connsiteY2" fmla="*/ 1012237 h 2112990"/>
                  <a:gd name="connsiteX3" fmla="*/ 115974 w 832880"/>
                  <a:gd name="connsiteY3" fmla="*/ 1042629 h 2112990"/>
                  <a:gd name="connsiteX4" fmla="*/ 651797 w 832880"/>
                  <a:gd name="connsiteY4" fmla="*/ 1041308 h 2112990"/>
                  <a:gd name="connsiteX5" fmla="*/ 683510 w 832880"/>
                  <a:gd name="connsiteY5" fmla="*/ 1074343 h 2112990"/>
                  <a:gd name="connsiteX6" fmla="*/ 682849 w 832880"/>
                  <a:gd name="connsiteY6" fmla="*/ 1711912 h 2112990"/>
                  <a:gd name="connsiteX7" fmla="*/ 634619 w 832880"/>
                  <a:gd name="connsiteY7" fmla="*/ 1762125 h 2112990"/>
                  <a:gd name="connsiteX8" fmla="*/ 626691 w 832880"/>
                  <a:gd name="connsiteY8" fmla="*/ 1764107 h 2112990"/>
                  <a:gd name="connsiteX9" fmla="*/ 627351 w 832880"/>
                  <a:gd name="connsiteY9" fmla="*/ 1799124 h 2112990"/>
                  <a:gd name="connsiteX10" fmla="*/ 622066 w 832880"/>
                  <a:gd name="connsiteY10" fmla="*/ 2081900 h 2112990"/>
                  <a:gd name="connsiteX11" fmla="*/ 653118 w 832880"/>
                  <a:gd name="connsiteY11" fmla="*/ 2112953 h 2112990"/>
                  <a:gd name="connsiteX12" fmla="*/ 805739 w 832880"/>
                  <a:gd name="connsiteY12" fmla="*/ 2112953 h 2112990"/>
                  <a:gd name="connsiteX13" fmla="*/ 832827 w 832880"/>
                  <a:gd name="connsiteY13" fmla="*/ 2083222 h 2112990"/>
                  <a:gd name="connsiteX14" fmla="*/ 830845 w 832880"/>
                  <a:gd name="connsiteY14" fmla="*/ 1765428 h 2112990"/>
                  <a:gd name="connsiteX15" fmla="*/ 770061 w 832880"/>
                  <a:gd name="connsiteY15" fmla="*/ 1762785 h 2112990"/>
                  <a:gd name="connsiteX16" fmla="*/ 737026 w 832880"/>
                  <a:gd name="connsiteY16" fmla="*/ 1731072 h 2112990"/>
                  <a:gd name="connsiteX17" fmla="*/ 738348 w 832880"/>
                  <a:gd name="connsiteY17" fmla="*/ 1016202 h 2112990"/>
                  <a:gd name="connsiteX18" fmla="*/ 709938 w 832880"/>
                  <a:gd name="connsiteY18" fmla="*/ 988452 h 2112990"/>
                  <a:gd name="connsiteX19" fmla="*/ 187990 w 832880"/>
                  <a:gd name="connsiteY19" fmla="*/ 989774 h 2112990"/>
                  <a:gd name="connsiteX20" fmla="*/ 157598 w 832880"/>
                  <a:gd name="connsiteY20" fmla="*/ 958721 h 2112990"/>
                  <a:gd name="connsiteX21" fmla="*/ 158259 w 832880"/>
                  <a:gd name="connsiteY21" fmla="*/ 214119 h 2112990"/>
                  <a:gd name="connsiteX22" fmla="*/ 174776 w 832880"/>
                  <a:gd name="connsiteY22" fmla="*/ 152014 h 2112990"/>
                  <a:gd name="connsiteX23" fmla="*/ 140420 w 832880"/>
                  <a:gd name="connsiteY23" fmla="*/ 10626 h 2112990"/>
                  <a:gd name="connsiteX24" fmla="*/ 9603 w 832880"/>
                  <a:gd name="connsiteY24" fmla="*/ 55553 h 2112990"/>
                  <a:gd name="connsiteX25" fmla="*/ 67744 w 832880"/>
                  <a:gd name="connsiteY25" fmla="*/ 190334 h 211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832880" h="2112990">
                    <a:moveTo>
                      <a:pt x="67744" y="190334"/>
                    </a:moveTo>
                    <a:cubicBezTo>
                      <a:pt x="86243" y="195620"/>
                      <a:pt x="85582" y="206191"/>
                      <a:pt x="85582" y="219405"/>
                    </a:cubicBezTo>
                    <a:cubicBezTo>
                      <a:pt x="85582" y="483682"/>
                      <a:pt x="85582" y="747960"/>
                      <a:pt x="84922" y="1012237"/>
                    </a:cubicBezTo>
                    <a:cubicBezTo>
                      <a:pt x="84922" y="1037344"/>
                      <a:pt x="92189" y="1042629"/>
                      <a:pt x="115974" y="1042629"/>
                    </a:cubicBezTo>
                    <a:cubicBezTo>
                      <a:pt x="294362" y="1041969"/>
                      <a:pt x="472749" y="1042629"/>
                      <a:pt x="651797" y="1041308"/>
                    </a:cubicBezTo>
                    <a:cubicBezTo>
                      <a:pt x="678885" y="1041308"/>
                      <a:pt x="683510" y="1049236"/>
                      <a:pt x="683510" y="1074343"/>
                    </a:cubicBezTo>
                    <a:cubicBezTo>
                      <a:pt x="682849" y="1287086"/>
                      <a:pt x="682849" y="1499168"/>
                      <a:pt x="682849" y="1711912"/>
                    </a:cubicBezTo>
                    <a:cubicBezTo>
                      <a:pt x="682849" y="1759482"/>
                      <a:pt x="682849" y="1759482"/>
                      <a:pt x="634619" y="1762125"/>
                    </a:cubicBezTo>
                    <a:cubicBezTo>
                      <a:pt x="631976" y="1762125"/>
                      <a:pt x="629333" y="1763446"/>
                      <a:pt x="626691" y="1764107"/>
                    </a:cubicBezTo>
                    <a:cubicBezTo>
                      <a:pt x="626691" y="1775999"/>
                      <a:pt x="627351" y="1787231"/>
                      <a:pt x="627351" y="1799124"/>
                    </a:cubicBezTo>
                    <a:cubicBezTo>
                      <a:pt x="625369" y="1893603"/>
                      <a:pt x="624048" y="1988082"/>
                      <a:pt x="622066" y="2081900"/>
                    </a:cubicBezTo>
                    <a:cubicBezTo>
                      <a:pt x="621405" y="2105025"/>
                      <a:pt x="629333" y="2113614"/>
                      <a:pt x="653118" y="2112953"/>
                    </a:cubicBezTo>
                    <a:cubicBezTo>
                      <a:pt x="703992" y="2111632"/>
                      <a:pt x="754865" y="2111632"/>
                      <a:pt x="805739" y="2112953"/>
                    </a:cubicBezTo>
                    <a:cubicBezTo>
                      <a:pt x="828202" y="2113614"/>
                      <a:pt x="833488" y="2105685"/>
                      <a:pt x="832827" y="2083222"/>
                    </a:cubicBezTo>
                    <a:cubicBezTo>
                      <a:pt x="830845" y="1977511"/>
                      <a:pt x="831506" y="1871139"/>
                      <a:pt x="830845" y="1765428"/>
                    </a:cubicBezTo>
                    <a:cubicBezTo>
                      <a:pt x="811024" y="1758821"/>
                      <a:pt x="789882" y="1761464"/>
                      <a:pt x="770061" y="1762785"/>
                    </a:cubicBezTo>
                    <a:cubicBezTo>
                      <a:pt x="744955" y="1764767"/>
                      <a:pt x="737026" y="1757500"/>
                      <a:pt x="737026" y="1731072"/>
                    </a:cubicBezTo>
                    <a:cubicBezTo>
                      <a:pt x="738348" y="1492562"/>
                      <a:pt x="737687" y="1254712"/>
                      <a:pt x="738348" y="1016202"/>
                    </a:cubicBezTo>
                    <a:cubicBezTo>
                      <a:pt x="738348" y="993738"/>
                      <a:pt x="731741" y="987792"/>
                      <a:pt x="709938" y="988452"/>
                    </a:cubicBezTo>
                    <a:cubicBezTo>
                      <a:pt x="536175" y="989113"/>
                      <a:pt x="361752" y="988452"/>
                      <a:pt x="187990" y="989774"/>
                    </a:cubicBezTo>
                    <a:cubicBezTo>
                      <a:pt x="162883" y="989774"/>
                      <a:pt x="156937" y="982506"/>
                      <a:pt x="157598" y="958721"/>
                    </a:cubicBezTo>
                    <a:cubicBezTo>
                      <a:pt x="158259" y="710300"/>
                      <a:pt x="158259" y="462540"/>
                      <a:pt x="158259" y="214119"/>
                    </a:cubicBezTo>
                    <a:cubicBezTo>
                      <a:pt x="158259" y="191656"/>
                      <a:pt x="160901" y="172496"/>
                      <a:pt x="174776" y="152014"/>
                    </a:cubicBezTo>
                    <a:cubicBezTo>
                      <a:pt x="207150" y="104444"/>
                      <a:pt x="188651" y="34411"/>
                      <a:pt x="140420" y="10626"/>
                    </a:cubicBezTo>
                    <a:cubicBezTo>
                      <a:pt x="90207" y="-14481"/>
                      <a:pt x="30084" y="6662"/>
                      <a:pt x="9603" y="55553"/>
                    </a:cubicBezTo>
                    <a:cubicBezTo>
                      <a:pt x="-15504" y="111051"/>
                      <a:pt x="10263" y="173156"/>
                      <a:pt x="67744" y="190334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D6A9F20E-06D2-4CF8-8829-660897F0E83A}"/>
                  </a:ext>
                </a:extLst>
              </p:cNvPr>
              <p:cNvSpPr/>
              <p:nvPr/>
            </p:nvSpPr>
            <p:spPr>
              <a:xfrm flipH="1">
                <a:off x="3167873" y="933829"/>
                <a:ext cx="121315" cy="944002"/>
              </a:xfrm>
              <a:custGeom>
                <a:avLst/>
                <a:gdLst>
                  <a:gd name="connsiteX0" fmla="*/ 85722 w 222690"/>
                  <a:gd name="connsiteY0" fmla="*/ 193430 h 1732846"/>
                  <a:gd name="connsiteX1" fmla="*/ 104882 w 222690"/>
                  <a:gd name="connsiteY1" fmla="*/ 219858 h 1732846"/>
                  <a:gd name="connsiteX2" fmla="*/ 104882 w 222690"/>
                  <a:gd name="connsiteY2" fmla="*/ 860070 h 1732846"/>
                  <a:gd name="connsiteX3" fmla="*/ 105543 w 222690"/>
                  <a:gd name="connsiteY3" fmla="*/ 1355591 h 1732846"/>
                  <a:gd name="connsiteX4" fmla="*/ 80437 w 222690"/>
                  <a:gd name="connsiteY4" fmla="*/ 1382018 h 1732846"/>
                  <a:gd name="connsiteX5" fmla="*/ 13706 w 222690"/>
                  <a:gd name="connsiteY5" fmla="*/ 1384000 h 1732846"/>
                  <a:gd name="connsiteX6" fmla="*/ 14367 w 222690"/>
                  <a:gd name="connsiteY6" fmla="*/ 1416374 h 1732846"/>
                  <a:gd name="connsiteX7" fmla="*/ 8421 w 222690"/>
                  <a:gd name="connsiteY7" fmla="*/ 1685937 h 1732846"/>
                  <a:gd name="connsiteX8" fmla="*/ 56652 w 222690"/>
                  <a:gd name="connsiteY8" fmla="*/ 1732847 h 1732846"/>
                  <a:gd name="connsiteX9" fmla="*/ 174255 w 222690"/>
                  <a:gd name="connsiteY9" fmla="*/ 1732847 h 1732846"/>
                  <a:gd name="connsiteX10" fmla="*/ 222486 w 222690"/>
                  <a:gd name="connsiteY10" fmla="*/ 1683295 h 1732846"/>
                  <a:gd name="connsiteX11" fmla="*/ 217200 w 222690"/>
                  <a:gd name="connsiteY11" fmla="*/ 1384661 h 1732846"/>
                  <a:gd name="connsiteX12" fmla="*/ 196058 w 222690"/>
                  <a:gd name="connsiteY12" fmla="*/ 1382018 h 1732846"/>
                  <a:gd name="connsiteX13" fmla="*/ 158398 w 222690"/>
                  <a:gd name="connsiteY13" fmla="*/ 1343037 h 1732846"/>
                  <a:gd name="connsiteX14" fmla="*/ 158398 w 222690"/>
                  <a:gd name="connsiteY14" fmla="*/ 215233 h 1732846"/>
                  <a:gd name="connsiteX15" fmla="*/ 174916 w 222690"/>
                  <a:gd name="connsiteY15" fmla="*/ 147843 h 1732846"/>
                  <a:gd name="connsiteX16" fmla="*/ 161041 w 222690"/>
                  <a:gd name="connsiteY16" fmla="*/ 26275 h 1732846"/>
                  <a:gd name="connsiteX17" fmla="*/ 48723 w 222690"/>
                  <a:gd name="connsiteY17" fmla="*/ 9758 h 1732846"/>
                  <a:gd name="connsiteX18" fmla="*/ 1814 w 222690"/>
                  <a:gd name="connsiteY18" fmla="*/ 117451 h 1732846"/>
                  <a:gd name="connsiteX19" fmla="*/ 85722 w 222690"/>
                  <a:gd name="connsiteY19" fmla="*/ 193430 h 1732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22690" h="1732846">
                    <a:moveTo>
                      <a:pt x="85722" y="193430"/>
                    </a:moveTo>
                    <a:cubicBezTo>
                      <a:pt x="107525" y="194752"/>
                      <a:pt x="104882" y="205984"/>
                      <a:pt x="104882" y="219858"/>
                    </a:cubicBezTo>
                    <a:cubicBezTo>
                      <a:pt x="104882" y="433262"/>
                      <a:pt x="104882" y="646666"/>
                      <a:pt x="104882" y="860070"/>
                    </a:cubicBezTo>
                    <a:cubicBezTo>
                      <a:pt x="104882" y="1025244"/>
                      <a:pt x="104882" y="1190417"/>
                      <a:pt x="105543" y="1355591"/>
                    </a:cubicBezTo>
                    <a:cubicBezTo>
                      <a:pt x="105543" y="1374751"/>
                      <a:pt x="101579" y="1382679"/>
                      <a:pt x="80437" y="1382018"/>
                    </a:cubicBezTo>
                    <a:cubicBezTo>
                      <a:pt x="58634" y="1381358"/>
                      <a:pt x="36170" y="1378715"/>
                      <a:pt x="13706" y="1384000"/>
                    </a:cubicBezTo>
                    <a:cubicBezTo>
                      <a:pt x="13706" y="1394571"/>
                      <a:pt x="14367" y="1405143"/>
                      <a:pt x="14367" y="1416374"/>
                    </a:cubicBezTo>
                    <a:cubicBezTo>
                      <a:pt x="18331" y="1506229"/>
                      <a:pt x="6439" y="1596083"/>
                      <a:pt x="8421" y="1685937"/>
                    </a:cubicBezTo>
                    <a:cubicBezTo>
                      <a:pt x="9742" y="1732847"/>
                      <a:pt x="8421" y="1732847"/>
                      <a:pt x="56652" y="1732847"/>
                    </a:cubicBezTo>
                    <a:cubicBezTo>
                      <a:pt x="95633" y="1732847"/>
                      <a:pt x="135274" y="1732847"/>
                      <a:pt x="174255" y="1732847"/>
                    </a:cubicBezTo>
                    <a:cubicBezTo>
                      <a:pt x="221825" y="1732847"/>
                      <a:pt x="221164" y="1732847"/>
                      <a:pt x="222486" y="1683295"/>
                    </a:cubicBezTo>
                    <a:cubicBezTo>
                      <a:pt x="224468" y="1583530"/>
                      <a:pt x="211254" y="1484426"/>
                      <a:pt x="217200" y="1384661"/>
                    </a:cubicBezTo>
                    <a:cubicBezTo>
                      <a:pt x="209933" y="1384000"/>
                      <a:pt x="203326" y="1382018"/>
                      <a:pt x="196058" y="1382018"/>
                    </a:cubicBezTo>
                    <a:cubicBezTo>
                      <a:pt x="158398" y="1381358"/>
                      <a:pt x="158398" y="1381358"/>
                      <a:pt x="158398" y="1343037"/>
                    </a:cubicBezTo>
                    <a:cubicBezTo>
                      <a:pt x="158398" y="967103"/>
                      <a:pt x="158398" y="591168"/>
                      <a:pt x="158398" y="215233"/>
                    </a:cubicBezTo>
                    <a:cubicBezTo>
                      <a:pt x="158398" y="190788"/>
                      <a:pt x="160380" y="169645"/>
                      <a:pt x="174916" y="147843"/>
                    </a:cubicBezTo>
                    <a:cubicBezTo>
                      <a:pt x="199362" y="110844"/>
                      <a:pt x="190772" y="56667"/>
                      <a:pt x="161041" y="26275"/>
                    </a:cubicBezTo>
                    <a:cubicBezTo>
                      <a:pt x="133953" y="-814"/>
                      <a:pt x="84401" y="-8081"/>
                      <a:pt x="48723" y="9758"/>
                    </a:cubicBezTo>
                    <a:cubicBezTo>
                      <a:pt x="12385" y="28918"/>
                      <a:pt x="-6114" y="71202"/>
                      <a:pt x="1814" y="117451"/>
                    </a:cubicBezTo>
                    <a:cubicBezTo>
                      <a:pt x="9742" y="161717"/>
                      <a:pt x="39474" y="190127"/>
                      <a:pt x="85722" y="193430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0F604A6E-18E0-4969-8962-866B849B4290}"/>
                  </a:ext>
                </a:extLst>
              </p:cNvPr>
              <p:cNvSpPr/>
              <p:nvPr/>
            </p:nvSpPr>
            <p:spPr>
              <a:xfrm flipH="1">
                <a:off x="4378571" y="1566006"/>
                <a:ext cx="748053" cy="311825"/>
              </a:xfrm>
              <a:custGeom>
                <a:avLst/>
                <a:gdLst>
                  <a:gd name="connsiteX0" fmla="*/ 99133 w 1373154"/>
                  <a:gd name="connsiteY0" fmla="*/ 196463 h 572397"/>
                  <a:gd name="connsiteX1" fmla="*/ 185023 w 1373154"/>
                  <a:gd name="connsiteY1" fmla="*/ 121805 h 572397"/>
                  <a:gd name="connsiteX2" fmla="*/ 216075 w 1373154"/>
                  <a:gd name="connsiteY2" fmla="*/ 100002 h 572397"/>
                  <a:gd name="connsiteX3" fmla="*/ 1238829 w 1373154"/>
                  <a:gd name="connsiteY3" fmla="*/ 100002 h 572397"/>
                  <a:gd name="connsiteX4" fmla="*/ 1265257 w 1373154"/>
                  <a:gd name="connsiteY4" fmla="*/ 101984 h 572397"/>
                  <a:gd name="connsiteX5" fmla="*/ 1264596 w 1373154"/>
                  <a:gd name="connsiteY5" fmla="*/ 200428 h 572397"/>
                  <a:gd name="connsiteX6" fmla="*/ 1243454 w 1373154"/>
                  <a:gd name="connsiteY6" fmla="*/ 221570 h 572397"/>
                  <a:gd name="connsiteX7" fmla="*/ 1164171 w 1373154"/>
                  <a:gd name="connsiteY7" fmla="*/ 223552 h 572397"/>
                  <a:gd name="connsiteX8" fmla="*/ 1164831 w 1373154"/>
                  <a:gd name="connsiteY8" fmla="*/ 258568 h 572397"/>
                  <a:gd name="connsiteX9" fmla="*/ 1158885 w 1373154"/>
                  <a:gd name="connsiteY9" fmla="*/ 525489 h 572397"/>
                  <a:gd name="connsiteX10" fmla="*/ 1207116 w 1373154"/>
                  <a:gd name="connsiteY10" fmla="*/ 572398 h 572397"/>
                  <a:gd name="connsiteX11" fmla="*/ 1324719 w 1373154"/>
                  <a:gd name="connsiteY11" fmla="*/ 572398 h 572397"/>
                  <a:gd name="connsiteX12" fmla="*/ 1372950 w 1373154"/>
                  <a:gd name="connsiteY12" fmla="*/ 522846 h 572397"/>
                  <a:gd name="connsiteX13" fmla="*/ 1367665 w 1373154"/>
                  <a:gd name="connsiteY13" fmla="*/ 224212 h 572397"/>
                  <a:gd name="connsiteX14" fmla="*/ 1335291 w 1373154"/>
                  <a:gd name="connsiteY14" fmla="*/ 185892 h 572397"/>
                  <a:gd name="connsiteX15" fmla="*/ 1335291 w 1373154"/>
                  <a:gd name="connsiteY15" fmla="*/ 53093 h 572397"/>
                  <a:gd name="connsiteX16" fmla="*/ 1306881 w 1373154"/>
                  <a:gd name="connsiteY16" fmla="*/ 27326 h 572397"/>
                  <a:gd name="connsiteX17" fmla="*/ 192951 w 1373154"/>
                  <a:gd name="connsiteY17" fmla="*/ 27986 h 572397"/>
                  <a:gd name="connsiteX18" fmla="*/ 143399 w 1373154"/>
                  <a:gd name="connsiteY18" fmla="*/ 14112 h 572397"/>
                  <a:gd name="connsiteX19" fmla="*/ 31081 w 1373154"/>
                  <a:gd name="connsiteY19" fmla="*/ 23362 h 572397"/>
                  <a:gd name="connsiteX20" fmla="*/ 7957 w 1373154"/>
                  <a:gd name="connsiteY20" fmla="*/ 139644 h 572397"/>
                  <a:gd name="connsiteX21" fmla="*/ 99133 w 1373154"/>
                  <a:gd name="connsiteY21" fmla="*/ 196463 h 57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73154" h="572397">
                    <a:moveTo>
                      <a:pt x="99133" y="196463"/>
                    </a:moveTo>
                    <a:cubicBezTo>
                      <a:pt x="144060" y="193160"/>
                      <a:pt x="175773" y="168053"/>
                      <a:pt x="185023" y="121805"/>
                    </a:cubicBezTo>
                    <a:cubicBezTo>
                      <a:pt x="188987" y="100663"/>
                      <a:pt x="199558" y="100002"/>
                      <a:pt x="216075" y="100002"/>
                    </a:cubicBezTo>
                    <a:cubicBezTo>
                      <a:pt x="556993" y="100002"/>
                      <a:pt x="897911" y="100002"/>
                      <a:pt x="1238829" y="100002"/>
                    </a:cubicBezTo>
                    <a:cubicBezTo>
                      <a:pt x="1247418" y="100002"/>
                      <a:pt x="1256668" y="101323"/>
                      <a:pt x="1265257" y="101984"/>
                    </a:cubicBezTo>
                    <a:cubicBezTo>
                      <a:pt x="1265257" y="135019"/>
                      <a:pt x="1263936" y="167393"/>
                      <a:pt x="1264596" y="200428"/>
                    </a:cubicBezTo>
                    <a:cubicBezTo>
                      <a:pt x="1265257" y="216945"/>
                      <a:pt x="1259311" y="221570"/>
                      <a:pt x="1243454" y="221570"/>
                    </a:cubicBezTo>
                    <a:cubicBezTo>
                      <a:pt x="1217026" y="221570"/>
                      <a:pt x="1190599" y="218266"/>
                      <a:pt x="1164171" y="223552"/>
                    </a:cubicBezTo>
                    <a:cubicBezTo>
                      <a:pt x="1164171" y="235444"/>
                      <a:pt x="1164171" y="246676"/>
                      <a:pt x="1164831" y="258568"/>
                    </a:cubicBezTo>
                    <a:cubicBezTo>
                      <a:pt x="1168796" y="347762"/>
                      <a:pt x="1156903" y="436295"/>
                      <a:pt x="1158885" y="525489"/>
                    </a:cubicBezTo>
                    <a:cubicBezTo>
                      <a:pt x="1160207" y="571737"/>
                      <a:pt x="1158885" y="572398"/>
                      <a:pt x="1207116" y="572398"/>
                    </a:cubicBezTo>
                    <a:cubicBezTo>
                      <a:pt x="1246097" y="572398"/>
                      <a:pt x="1285739" y="572398"/>
                      <a:pt x="1324719" y="572398"/>
                    </a:cubicBezTo>
                    <a:cubicBezTo>
                      <a:pt x="1372950" y="572398"/>
                      <a:pt x="1372289" y="572398"/>
                      <a:pt x="1372950" y="522846"/>
                    </a:cubicBezTo>
                    <a:cubicBezTo>
                      <a:pt x="1374932" y="423081"/>
                      <a:pt x="1361718" y="323977"/>
                      <a:pt x="1367665" y="224212"/>
                    </a:cubicBezTo>
                    <a:cubicBezTo>
                      <a:pt x="1340576" y="224873"/>
                      <a:pt x="1333969" y="212320"/>
                      <a:pt x="1335291" y="185892"/>
                    </a:cubicBezTo>
                    <a:cubicBezTo>
                      <a:pt x="1337933" y="141626"/>
                      <a:pt x="1335291" y="97359"/>
                      <a:pt x="1335291" y="53093"/>
                    </a:cubicBezTo>
                    <a:cubicBezTo>
                      <a:pt x="1342558" y="26004"/>
                      <a:pt x="1325380" y="27326"/>
                      <a:pt x="1306881" y="27326"/>
                    </a:cubicBezTo>
                    <a:cubicBezTo>
                      <a:pt x="935571" y="27326"/>
                      <a:pt x="564261" y="27326"/>
                      <a:pt x="192951" y="27986"/>
                    </a:cubicBezTo>
                    <a:cubicBezTo>
                      <a:pt x="174452" y="27986"/>
                      <a:pt x="159256" y="24683"/>
                      <a:pt x="143399" y="14112"/>
                    </a:cubicBezTo>
                    <a:cubicBezTo>
                      <a:pt x="109043" y="-8352"/>
                      <a:pt x="60812" y="-3066"/>
                      <a:pt x="31081" y="23362"/>
                    </a:cubicBezTo>
                    <a:cubicBezTo>
                      <a:pt x="1350" y="50450"/>
                      <a:pt x="-8560" y="100002"/>
                      <a:pt x="7957" y="139644"/>
                    </a:cubicBezTo>
                    <a:cubicBezTo>
                      <a:pt x="22492" y="177303"/>
                      <a:pt x="58170" y="199767"/>
                      <a:pt x="99133" y="196463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C487069F-40F3-413B-832F-3CDD864EB5E2}"/>
                  </a:ext>
                </a:extLst>
              </p:cNvPr>
              <p:cNvSpPr/>
              <p:nvPr/>
            </p:nvSpPr>
            <p:spPr>
              <a:xfrm flipH="1">
                <a:off x="3982857" y="1418093"/>
                <a:ext cx="497194" cy="459738"/>
              </a:xfrm>
              <a:custGeom>
                <a:avLst/>
                <a:gdLst>
                  <a:gd name="connsiteX0" fmla="*/ 96662 w 912667"/>
                  <a:gd name="connsiteY0" fmla="*/ 195773 h 843913"/>
                  <a:gd name="connsiteX1" fmla="*/ 186517 w 912667"/>
                  <a:gd name="connsiteY1" fmla="*/ 119133 h 843913"/>
                  <a:gd name="connsiteX2" fmla="*/ 210302 w 912667"/>
                  <a:gd name="connsiteY2" fmla="*/ 99312 h 843913"/>
                  <a:gd name="connsiteX3" fmla="*/ 759338 w 912667"/>
                  <a:gd name="connsiteY3" fmla="*/ 99312 h 843913"/>
                  <a:gd name="connsiteX4" fmla="*/ 783123 w 912667"/>
                  <a:gd name="connsiteY4" fmla="*/ 123758 h 843913"/>
                  <a:gd name="connsiteX5" fmla="*/ 782462 w 912667"/>
                  <a:gd name="connsiteY5" fmla="*/ 434284 h 843913"/>
                  <a:gd name="connsiteX6" fmla="*/ 724321 w 912667"/>
                  <a:gd name="connsiteY6" fmla="*/ 492425 h 843913"/>
                  <a:gd name="connsiteX7" fmla="*/ 701197 w 912667"/>
                  <a:gd name="connsiteY7" fmla="*/ 517531 h 843913"/>
                  <a:gd name="connsiteX8" fmla="*/ 701197 w 912667"/>
                  <a:gd name="connsiteY8" fmla="*/ 667508 h 843913"/>
                  <a:gd name="connsiteX9" fmla="*/ 704500 w 912667"/>
                  <a:gd name="connsiteY9" fmla="*/ 665526 h 843913"/>
                  <a:gd name="connsiteX10" fmla="*/ 702518 w 912667"/>
                  <a:gd name="connsiteY10" fmla="*/ 820789 h 843913"/>
                  <a:gd name="connsiteX11" fmla="*/ 724982 w 912667"/>
                  <a:gd name="connsiteY11" fmla="*/ 843914 h 843913"/>
                  <a:gd name="connsiteX12" fmla="*/ 888173 w 912667"/>
                  <a:gd name="connsiteY12" fmla="*/ 843914 h 843913"/>
                  <a:gd name="connsiteX13" fmla="*/ 911958 w 912667"/>
                  <a:gd name="connsiteY13" fmla="*/ 819468 h 843913"/>
                  <a:gd name="connsiteX14" fmla="*/ 910637 w 912667"/>
                  <a:gd name="connsiteY14" fmla="*/ 672133 h 843913"/>
                  <a:gd name="connsiteX15" fmla="*/ 910637 w 912667"/>
                  <a:gd name="connsiteY15" fmla="*/ 672133 h 843913"/>
                  <a:gd name="connsiteX16" fmla="*/ 911958 w 912667"/>
                  <a:gd name="connsiteY16" fmla="*/ 666848 h 843913"/>
                  <a:gd name="connsiteX17" fmla="*/ 912619 w 912667"/>
                  <a:gd name="connsiteY17" fmla="*/ 522156 h 843913"/>
                  <a:gd name="connsiteX18" fmla="*/ 883548 w 912667"/>
                  <a:gd name="connsiteY18" fmla="*/ 493085 h 843913"/>
                  <a:gd name="connsiteX19" fmla="*/ 855799 w 912667"/>
                  <a:gd name="connsiteY19" fmla="*/ 464676 h 843913"/>
                  <a:gd name="connsiteX20" fmla="*/ 856460 w 912667"/>
                  <a:gd name="connsiteY20" fmla="*/ 82134 h 843913"/>
                  <a:gd name="connsiteX21" fmla="*/ 818800 w 912667"/>
                  <a:gd name="connsiteY21" fmla="*/ 45796 h 843913"/>
                  <a:gd name="connsiteX22" fmla="*/ 203034 w 912667"/>
                  <a:gd name="connsiteY22" fmla="*/ 45796 h 843913"/>
                  <a:gd name="connsiteX23" fmla="*/ 166035 w 912667"/>
                  <a:gd name="connsiteY23" fmla="*/ 31260 h 843913"/>
                  <a:gd name="connsiteX24" fmla="*/ 48432 w 912667"/>
                  <a:gd name="connsiteY24" fmla="*/ 11440 h 843913"/>
                  <a:gd name="connsiteX25" fmla="*/ 4165 w 912667"/>
                  <a:gd name="connsiteY25" fmla="*/ 127722 h 843913"/>
                  <a:gd name="connsiteX26" fmla="*/ 96662 w 912667"/>
                  <a:gd name="connsiteY26" fmla="*/ 195773 h 843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2667" h="843913">
                    <a:moveTo>
                      <a:pt x="96662" y="195773"/>
                    </a:moveTo>
                    <a:cubicBezTo>
                      <a:pt x="142911" y="194452"/>
                      <a:pt x="177267" y="166703"/>
                      <a:pt x="186517" y="119133"/>
                    </a:cubicBezTo>
                    <a:cubicBezTo>
                      <a:pt x="189820" y="102615"/>
                      <a:pt x="195766" y="99312"/>
                      <a:pt x="210302" y="99312"/>
                    </a:cubicBezTo>
                    <a:cubicBezTo>
                      <a:pt x="393314" y="99973"/>
                      <a:pt x="576326" y="99973"/>
                      <a:pt x="759338" y="99312"/>
                    </a:cubicBezTo>
                    <a:cubicBezTo>
                      <a:pt x="778498" y="99312"/>
                      <a:pt x="783123" y="105258"/>
                      <a:pt x="783123" y="123758"/>
                    </a:cubicBezTo>
                    <a:cubicBezTo>
                      <a:pt x="782462" y="227486"/>
                      <a:pt x="782462" y="330555"/>
                      <a:pt x="782462" y="434284"/>
                    </a:cubicBezTo>
                    <a:cubicBezTo>
                      <a:pt x="782462" y="491764"/>
                      <a:pt x="782462" y="492425"/>
                      <a:pt x="724321" y="492425"/>
                    </a:cubicBezTo>
                    <a:cubicBezTo>
                      <a:pt x="704500" y="492425"/>
                      <a:pt x="700536" y="499692"/>
                      <a:pt x="701197" y="517531"/>
                    </a:cubicBezTo>
                    <a:cubicBezTo>
                      <a:pt x="701858" y="567744"/>
                      <a:pt x="701197" y="617296"/>
                      <a:pt x="701197" y="667508"/>
                    </a:cubicBezTo>
                    <a:cubicBezTo>
                      <a:pt x="701858" y="666187"/>
                      <a:pt x="703179" y="665526"/>
                      <a:pt x="704500" y="665526"/>
                    </a:cubicBezTo>
                    <a:cubicBezTo>
                      <a:pt x="699876" y="717060"/>
                      <a:pt x="703179" y="768595"/>
                      <a:pt x="702518" y="820789"/>
                    </a:cubicBezTo>
                    <a:cubicBezTo>
                      <a:pt x="702518" y="835985"/>
                      <a:pt x="709125" y="843914"/>
                      <a:pt x="724982" y="843914"/>
                    </a:cubicBezTo>
                    <a:cubicBezTo>
                      <a:pt x="779159" y="843914"/>
                      <a:pt x="833996" y="843914"/>
                      <a:pt x="888173" y="843914"/>
                    </a:cubicBezTo>
                    <a:cubicBezTo>
                      <a:pt x="905351" y="843914"/>
                      <a:pt x="911958" y="835985"/>
                      <a:pt x="911958" y="819468"/>
                    </a:cubicBezTo>
                    <a:cubicBezTo>
                      <a:pt x="911298" y="770577"/>
                      <a:pt x="911298" y="721685"/>
                      <a:pt x="910637" y="672133"/>
                    </a:cubicBezTo>
                    <a:cubicBezTo>
                      <a:pt x="910637" y="672133"/>
                      <a:pt x="910637" y="672133"/>
                      <a:pt x="910637" y="672133"/>
                    </a:cubicBezTo>
                    <a:cubicBezTo>
                      <a:pt x="911298" y="670151"/>
                      <a:pt x="911298" y="668830"/>
                      <a:pt x="911958" y="666848"/>
                    </a:cubicBezTo>
                    <a:cubicBezTo>
                      <a:pt x="911958" y="618617"/>
                      <a:pt x="910637" y="570387"/>
                      <a:pt x="912619" y="522156"/>
                    </a:cubicBezTo>
                    <a:cubicBezTo>
                      <a:pt x="913280" y="499031"/>
                      <a:pt x="907333" y="488460"/>
                      <a:pt x="883548" y="493085"/>
                    </a:cubicBezTo>
                    <a:cubicBezTo>
                      <a:pt x="860424" y="497049"/>
                      <a:pt x="855799" y="486478"/>
                      <a:pt x="855799" y="464676"/>
                    </a:cubicBezTo>
                    <a:cubicBezTo>
                      <a:pt x="856460" y="337162"/>
                      <a:pt x="856460" y="209648"/>
                      <a:pt x="856460" y="82134"/>
                    </a:cubicBezTo>
                    <a:cubicBezTo>
                      <a:pt x="856460" y="39189"/>
                      <a:pt x="859763" y="45796"/>
                      <a:pt x="818800" y="45796"/>
                    </a:cubicBezTo>
                    <a:cubicBezTo>
                      <a:pt x="613325" y="45796"/>
                      <a:pt x="408510" y="45796"/>
                      <a:pt x="203034" y="45796"/>
                    </a:cubicBezTo>
                    <a:cubicBezTo>
                      <a:pt x="188499" y="45796"/>
                      <a:pt x="177267" y="44474"/>
                      <a:pt x="166035" y="31260"/>
                    </a:cubicBezTo>
                    <a:cubicBezTo>
                      <a:pt x="138286" y="-1774"/>
                      <a:pt x="86091" y="-9042"/>
                      <a:pt x="48432" y="11440"/>
                    </a:cubicBezTo>
                    <a:cubicBezTo>
                      <a:pt x="10111" y="32582"/>
                      <a:pt x="-9049" y="81473"/>
                      <a:pt x="4165" y="127722"/>
                    </a:cubicBezTo>
                    <a:cubicBezTo>
                      <a:pt x="15397" y="171327"/>
                      <a:pt x="50414" y="196434"/>
                      <a:pt x="96662" y="195773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0B142645-539F-4F9E-87F8-F01187B92CE8}"/>
                </a:ext>
              </a:extLst>
            </p:cNvPr>
            <p:cNvGrpSpPr/>
            <p:nvPr userDrawn="1"/>
          </p:nvGrpSpPr>
          <p:grpSpPr>
            <a:xfrm>
              <a:off x="1298308" y="5139374"/>
              <a:ext cx="3556005" cy="1460310"/>
              <a:chOff x="1405312" y="5139374"/>
              <a:chExt cx="3556005" cy="1460310"/>
            </a:xfrm>
            <a:grpFill/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EDF8925C-AF03-4D8D-84E6-10DC6DA03D95}"/>
                  </a:ext>
                </a:extLst>
              </p:cNvPr>
              <p:cNvSpPr/>
              <p:nvPr/>
            </p:nvSpPr>
            <p:spPr>
              <a:xfrm flipH="1">
                <a:off x="3177489" y="5139374"/>
                <a:ext cx="556980" cy="1460310"/>
              </a:xfrm>
              <a:custGeom>
                <a:avLst/>
                <a:gdLst>
                  <a:gd name="connsiteX0" fmla="*/ 985486 w 1022414"/>
                  <a:gd name="connsiteY0" fmla="*/ 1487 h 2680599"/>
                  <a:gd name="connsiteX1" fmla="*/ 822295 w 1022414"/>
                  <a:gd name="connsiteY1" fmla="*/ 1487 h 2680599"/>
                  <a:gd name="connsiteX2" fmla="*/ 787278 w 1022414"/>
                  <a:gd name="connsiteY2" fmla="*/ 37164 h 2680599"/>
                  <a:gd name="connsiteX3" fmla="*/ 787278 w 1022414"/>
                  <a:gd name="connsiteY3" fmla="*/ 160053 h 2680599"/>
                  <a:gd name="connsiteX4" fmla="*/ 799170 w 1022414"/>
                  <a:gd name="connsiteY4" fmla="*/ 191766 h 2680599"/>
                  <a:gd name="connsiteX5" fmla="*/ 799831 w 1022414"/>
                  <a:gd name="connsiteY5" fmla="*/ 312013 h 2680599"/>
                  <a:gd name="connsiteX6" fmla="*/ 853347 w 1022414"/>
                  <a:gd name="connsiteY6" fmla="*/ 364207 h 2680599"/>
                  <a:gd name="connsiteX7" fmla="*/ 887043 w 1022414"/>
                  <a:gd name="connsiteY7" fmla="*/ 397903 h 2680599"/>
                  <a:gd name="connsiteX8" fmla="*/ 886382 w 1022414"/>
                  <a:gd name="connsiteY8" fmla="*/ 2472481 h 2680599"/>
                  <a:gd name="connsiteX9" fmla="*/ 841455 w 1022414"/>
                  <a:gd name="connsiteY9" fmla="*/ 2516087 h 2680599"/>
                  <a:gd name="connsiteX10" fmla="*/ 190672 w 1022414"/>
                  <a:gd name="connsiteY10" fmla="*/ 2516087 h 2680599"/>
                  <a:gd name="connsiteX11" fmla="*/ 151691 w 1022414"/>
                  <a:gd name="connsiteY11" fmla="*/ 2503533 h 2680599"/>
                  <a:gd name="connsiteX12" fmla="*/ 52587 w 1022414"/>
                  <a:gd name="connsiteY12" fmla="*/ 2494284 h 2680599"/>
                  <a:gd name="connsiteX13" fmla="*/ 392 w 1022414"/>
                  <a:gd name="connsiteY13" fmla="*/ 2574889 h 2680599"/>
                  <a:gd name="connsiteX14" fmla="*/ 65801 w 1022414"/>
                  <a:gd name="connsiteY14" fmla="*/ 2680600 h 2680599"/>
                  <a:gd name="connsiteX15" fmla="*/ 119317 w 1022414"/>
                  <a:gd name="connsiteY15" fmla="*/ 2680600 h 2680599"/>
                  <a:gd name="connsiteX16" fmla="*/ 184725 w 1022414"/>
                  <a:gd name="connsiteY16" fmla="*/ 2612548 h 2680599"/>
                  <a:gd name="connsiteX17" fmla="*/ 216439 w 1022414"/>
                  <a:gd name="connsiteY17" fmla="*/ 2588103 h 2680599"/>
                  <a:gd name="connsiteX18" fmla="*/ 832205 w 1022414"/>
                  <a:gd name="connsiteY18" fmla="*/ 2589424 h 2680599"/>
                  <a:gd name="connsiteX19" fmla="*/ 934613 w 1022414"/>
                  <a:gd name="connsiteY19" fmla="*/ 2551764 h 2680599"/>
                  <a:gd name="connsiteX20" fmla="*/ 959058 w 1022414"/>
                  <a:gd name="connsiteY20" fmla="*/ 2497587 h 2680599"/>
                  <a:gd name="connsiteX21" fmla="*/ 958397 w 1022414"/>
                  <a:gd name="connsiteY21" fmla="*/ 395921 h 2680599"/>
                  <a:gd name="connsiteX22" fmla="*/ 987468 w 1022414"/>
                  <a:gd name="connsiteY22" fmla="*/ 364207 h 2680599"/>
                  <a:gd name="connsiteX23" fmla="*/ 1009271 w 1022414"/>
                  <a:gd name="connsiteY23" fmla="*/ 341083 h 2680599"/>
                  <a:gd name="connsiteX24" fmla="*/ 1009271 w 1022414"/>
                  <a:gd name="connsiteY24" fmla="*/ 191106 h 2680599"/>
                  <a:gd name="connsiteX25" fmla="*/ 1021163 w 1022414"/>
                  <a:gd name="connsiteY25" fmla="*/ 162035 h 2680599"/>
                  <a:gd name="connsiteX26" fmla="*/ 1021163 w 1022414"/>
                  <a:gd name="connsiteY26" fmla="*/ 33861 h 2680599"/>
                  <a:gd name="connsiteX27" fmla="*/ 985486 w 1022414"/>
                  <a:gd name="connsiteY27" fmla="*/ 1487 h 2680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022414" h="2680599">
                    <a:moveTo>
                      <a:pt x="985486" y="1487"/>
                    </a:moveTo>
                    <a:cubicBezTo>
                      <a:pt x="931309" y="-496"/>
                      <a:pt x="876472" y="-496"/>
                      <a:pt x="822295" y="1487"/>
                    </a:cubicBezTo>
                    <a:cubicBezTo>
                      <a:pt x="793885" y="2808"/>
                      <a:pt x="787939" y="8754"/>
                      <a:pt x="787278" y="37164"/>
                    </a:cubicBezTo>
                    <a:cubicBezTo>
                      <a:pt x="785296" y="78127"/>
                      <a:pt x="785957" y="119090"/>
                      <a:pt x="787278" y="160053"/>
                    </a:cubicBezTo>
                    <a:cubicBezTo>
                      <a:pt x="787278" y="171946"/>
                      <a:pt x="790582" y="182517"/>
                      <a:pt x="799170" y="191766"/>
                    </a:cubicBezTo>
                    <a:cubicBezTo>
                      <a:pt x="799170" y="232069"/>
                      <a:pt x="799831" y="272371"/>
                      <a:pt x="799831" y="312013"/>
                    </a:cubicBezTo>
                    <a:cubicBezTo>
                      <a:pt x="799831" y="364868"/>
                      <a:pt x="799831" y="366189"/>
                      <a:pt x="853347" y="364207"/>
                    </a:cubicBezTo>
                    <a:cubicBezTo>
                      <a:pt x="879775" y="362886"/>
                      <a:pt x="887043" y="370154"/>
                      <a:pt x="887043" y="397903"/>
                    </a:cubicBezTo>
                    <a:cubicBezTo>
                      <a:pt x="886382" y="1089649"/>
                      <a:pt x="886382" y="1780735"/>
                      <a:pt x="886382" y="2472481"/>
                    </a:cubicBezTo>
                    <a:cubicBezTo>
                      <a:pt x="886382" y="2511462"/>
                      <a:pt x="881757" y="2516087"/>
                      <a:pt x="841455" y="2516087"/>
                    </a:cubicBezTo>
                    <a:cubicBezTo>
                      <a:pt x="624747" y="2516087"/>
                      <a:pt x="408040" y="2516087"/>
                      <a:pt x="190672" y="2516087"/>
                    </a:cubicBezTo>
                    <a:cubicBezTo>
                      <a:pt x="176136" y="2516087"/>
                      <a:pt x="164244" y="2513444"/>
                      <a:pt x="151691" y="2503533"/>
                    </a:cubicBezTo>
                    <a:cubicBezTo>
                      <a:pt x="121299" y="2481070"/>
                      <a:pt x="86943" y="2479088"/>
                      <a:pt x="52587" y="2494284"/>
                    </a:cubicBezTo>
                    <a:cubicBezTo>
                      <a:pt x="18231" y="2509480"/>
                      <a:pt x="3035" y="2538551"/>
                      <a:pt x="392" y="2574889"/>
                    </a:cubicBezTo>
                    <a:cubicBezTo>
                      <a:pt x="-3572" y="2626422"/>
                      <a:pt x="22855" y="2658796"/>
                      <a:pt x="65801" y="2680600"/>
                    </a:cubicBezTo>
                    <a:cubicBezTo>
                      <a:pt x="83639" y="2680600"/>
                      <a:pt x="101478" y="2680600"/>
                      <a:pt x="119317" y="2680600"/>
                    </a:cubicBezTo>
                    <a:cubicBezTo>
                      <a:pt x="150369" y="2666725"/>
                      <a:pt x="178118" y="2648225"/>
                      <a:pt x="184725" y="2612548"/>
                    </a:cubicBezTo>
                    <a:cubicBezTo>
                      <a:pt x="188689" y="2592067"/>
                      <a:pt x="197939" y="2588103"/>
                      <a:pt x="216439" y="2588103"/>
                    </a:cubicBezTo>
                    <a:cubicBezTo>
                      <a:pt x="421914" y="2588763"/>
                      <a:pt x="626729" y="2587442"/>
                      <a:pt x="832205" y="2589424"/>
                    </a:cubicBezTo>
                    <a:cubicBezTo>
                      <a:pt x="873829" y="2590084"/>
                      <a:pt x="904881" y="2579513"/>
                      <a:pt x="934613" y="2551764"/>
                    </a:cubicBezTo>
                    <a:cubicBezTo>
                      <a:pt x="951130" y="2535908"/>
                      <a:pt x="959058" y="2520712"/>
                      <a:pt x="959058" y="2497587"/>
                    </a:cubicBezTo>
                    <a:cubicBezTo>
                      <a:pt x="958397" y="1797252"/>
                      <a:pt x="958397" y="1096917"/>
                      <a:pt x="958397" y="395921"/>
                    </a:cubicBezTo>
                    <a:cubicBezTo>
                      <a:pt x="958397" y="374118"/>
                      <a:pt x="960379" y="358922"/>
                      <a:pt x="987468" y="364207"/>
                    </a:cubicBezTo>
                    <a:cubicBezTo>
                      <a:pt x="1005968" y="367511"/>
                      <a:pt x="1009271" y="357600"/>
                      <a:pt x="1009271" y="341083"/>
                    </a:cubicBezTo>
                    <a:cubicBezTo>
                      <a:pt x="1008610" y="290871"/>
                      <a:pt x="1009271" y="241319"/>
                      <a:pt x="1009271" y="191106"/>
                    </a:cubicBezTo>
                    <a:cubicBezTo>
                      <a:pt x="1016538" y="182517"/>
                      <a:pt x="1020503" y="173267"/>
                      <a:pt x="1021163" y="162035"/>
                    </a:cubicBezTo>
                    <a:cubicBezTo>
                      <a:pt x="1022485" y="119090"/>
                      <a:pt x="1023145" y="76145"/>
                      <a:pt x="1021163" y="33861"/>
                    </a:cubicBezTo>
                    <a:cubicBezTo>
                      <a:pt x="1019181" y="8094"/>
                      <a:pt x="1012574" y="2147"/>
                      <a:pt x="985486" y="1487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8238273A-1045-4A54-9A3E-66FF26456E9F}"/>
                  </a:ext>
                </a:extLst>
              </p:cNvPr>
              <p:cNvSpPr/>
              <p:nvPr/>
            </p:nvSpPr>
            <p:spPr>
              <a:xfrm flipH="1">
                <a:off x="3977908" y="5139374"/>
                <a:ext cx="525900" cy="1335363"/>
              </a:xfrm>
              <a:custGeom>
                <a:avLst/>
                <a:gdLst>
                  <a:gd name="connsiteX0" fmla="*/ 846399 w 965361"/>
                  <a:gd name="connsiteY0" fmla="*/ 2292642 h 2451243"/>
                  <a:gd name="connsiteX1" fmla="*/ 845739 w 965361"/>
                  <a:gd name="connsiteY1" fmla="*/ 395791 h 2451243"/>
                  <a:gd name="connsiteX2" fmla="*/ 845739 w 965361"/>
                  <a:gd name="connsiteY2" fmla="*/ 368702 h 2451243"/>
                  <a:gd name="connsiteX3" fmla="*/ 862917 w 965361"/>
                  <a:gd name="connsiteY3" fmla="*/ 351524 h 2451243"/>
                  <a:gd name="connsiteX4" fmla="*/ 937575 w 965361"/>
                  <a:gd name="connsiteY4" fmla="*/ 352185 h 2451243"/>
                  <a:gd name="connsiteX5" fmla="*/ 963342 w 965361"/>
                  <a:gd name="connsiteY5" fmla="*/ 327078 h 2451243"/>
                  <a:gd name="connsiteX6" fmla="*/ 965324 w 965361"/>
                  <a:gd name="connsiteY6" fmla="*/ 177101 h 2451243"/>
                  <a:gd name="connsiteX7" fmla="*/ 965324 w 965361"/>
                  <a:gd name="connsiteY7" fmla="*/ 35052 h 2451243"/>
                  <a:gd name="connsiteX8" fmla="*/ 931629 w 965361"/>
                  <a:gd name="connsiteY8" fmla="*/ 35 h 2451243"/>
                  <a:gd name="connsiteX9" fmla="*/ 784294 w 965361"/>
                  <a:gd name="connsiteY9" fmla="*/ 35 h 2451243"/>
                  <a:gd name="connsiteX10" fmla="*/ 751260 w 965361"/>
                  <a:gd name="connsiteY10" fmla="*/ 32409 h 2451243"/>
                  <a:gd name="connsiteX11" fmla="*/ 751260 w 965361"/>
                  <a:gd name="connsiteY11" fmla="*/ 177101 h 2451243"/>
                  <a:gd name="connsiteX12" fmla="*/ 753242 w 965361"/>
                  <a:gd name="connsiteY12" fmla="*/ 327078 h 2451243"/>
                  <a:gd name="connsiteX13" fmla="*/ 757866 w 965361"/>
                  <a:gd name="connsiteY13" fmla="*/ 348882 h 2451243"/>
                  <a:gd name="connsiteX14" fmla="*/ 773063 w 965361"/>
                  <a:gd name="connsiteY14" fmla="*/ 382577 h 2451243"/>
                  <a:gd name="connsiteX15" fmla="*/ 773063 w 965361"/>
                  <a:gd name="connsiteY15" fmla="*/ 2268197 h 2451243"/>
                  <a:gd name="connsiteX16" fmla="*/ 720207 w 965361"/>
                  <a:gd name="connsiteY16" fmla="*/ 2321713 h 2451243"/>
                  <a:gd name="connsiteX17" fmla="*/ 208830 w 965361"/>
                  <a:gd name="connsiteY17" fmla="*/ 2322373 h 2451243"/>
                  <a:gd name="connsiteX18" fmla="*/ 175795 w 965361"/>
                  <a:gd name="connsiteY18" fmla="*/ 2303213 h 2451243"/>
                  <a:gd name="connsiteX19" fmla="*/ 65460 w 965361"/>
                  <a:gd name="connsiteY19" fmla="*/ 2259607 h 2451243"/>
                  <a:gd name="connsiteX20" fmla="*/ 51 w 965361"/>
                  <a:gd name="connsiteY20" fmla="*/ 2358712 h 2451243"/>
                  <a:gd name="connsiteX21" fmla="*/ 70084 w 965361"/>
                  <a:gd name="connsiteY21" fmla="*/ 2448566 h 2451243"/>
                  <a:gd name="connsiteX22" fmla="*/ 177117 w 965361"/>
                  <a:gd name="connsiteY22" fmla="*/ 2399014 h 2451243"/>
                  <a:gd name="connsiteX23" fmla="*/ 212794 w 965361"/>
                  <a:gd name="connsiteY23" fmla="*/ 2376550 h 2451243"/>
                  <a:gd name="connsiteX24" fmla="*/ 703029 w 965361"/>
                  <a:gd name="connsiteY24" fmla="*/ 2377872 h 2451243"/>
                  <a:gd name="connsiteX25" fmla="*/ 821293 w 965361"/>
                  <a:gd name="connsiteY25" fmla="*/ 2340873 h 2451243"/>
                  <a:gd name="connsiteX26" fmla="*/ 846399 w 965361"/>
                  <a:gd name="connsiteY26" fmla="*/ 2292642 h 2451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65361" h="2451243">
                    <a:moveTo>
                      <a:pt x="846399" y="2292642"/>
                    </a:moveTo>
                    <a:cubicBezTo>
                      <a:pt x="845739" y="1660359"/>
                      <a:pt x="845739" y="1028075"/>
                      <a:pt x="845739" y="395791"/>
                    </a:cubicBezTo>
                    <a:cubicBezTo>
                      <a:pt x="845739" y="386541"/>
                      <a:pt x="846399" y="377952"/>
                      <a:pt x="845739" y="368702"/>
                    </a:cubicBezTo>
                    <a:cubicBezTo>
                      <a:pt x="845078" y="356149"/>
                      <a:pt x="850364" y="351524"/>
                      <a:pt x="862917" y="351524"/>
                    </a:cubicBezTo>
                    <a:cubicBezTo>
                      <a:pt x="888023" y="352185"/>
                      <a:pt x="913129" y="350203"/>
                      <a:pt x="937575" y="352185"/>
                    </a:cubicBezTo>
                    <a:cubicBezTo>
                      <a:pt x="957396" y="353506"/>
                      <a:pt x="964003" y="347560"/>
                      <a:pt x="963342" y="327078"/>
                    </a:cubicBezTo>
                    <a:cubicBezTo>
                      <a:pt x="963342" y="276866"/>
                      <a:pt x="960039" y="227314"/>
                      <a:pt x="965324" y="177101"/>
                    </a:cubicBezTo>
                    <a:cubicBezTo>
                      <a:pt x="965324" y="129531"/>
                      <a:pt x="964003" y="82622"/>
                      <a:pt x="965324" y="35052"/>
                    </a:cubicBezTo>
                    <a:cubicBezTo>
                      <a:pt x="965985" y="9945"/>
                      <a:pt x="958057" y="-625"/>
                      <a:pt x="931629" y="35"/>
                    </a:cubicBezTo>
                    <a:cubicBezTo>
                      <a:pt x="882738" y="1357"/>
                      <a:pt x="833185" y="1357"/>
                      <a:pt x="784294" y="35"/>
                    </a:cubicBezTo>
                    <a:cubicBezTo>
                      <a:pt x="760509" y="-625"/>
                      <a:pt x="750599" y="7963"/>
                      <a:pt x="751260" y="32409"/>
                    </a:cubicBezTo>
                    <a:cubicBezTo>
                      <a:pt x="752581" y="80640"/>
                      <a:pt x="751260" y="128870"/>
                      <a:pt x="751260" y="177101"/>
                    </a:cubicBezTo>
                    <a:cubicBezTo>
                      <a:pt x="751920" y="227314"/>
                      <a:pt x="751920" y="276866"/>
                      <a:pt x="753242" y="327078"/>
                    </a:cubicBezTo>
                    <a:cubicBezTo>
                      <a:pt x="753242" y="335007"/>
                      <a:pt x="749278" y="346899"/>
                      <a:pt x="757866" y="348882"/>
                    </a:cubicBezTo>
                    <a:cubicBezTo>
                      <a:pt x="779669" y="354167"/>
                      <a:pt x="773063" y="370024"/>
                      <a:pt x="773063" y="382577"/>
                    </a:cubicBezTo>
                    <a:cubicBezTo>
                      <a:pt x="773063" y="1010896"/>
                      <a:pt x="773063" y="1639877"/>
                      <a:pt x="773063" y="2268197"/>
                    </a:cubicBezTo>
                    <a:cubicBezTo>
                      <a:pt x="773063" y="2305195"/>
                      <a:pt x="757206" y="2321713"/>
                      <a:pt x="720207" y="2321713"/>
                    </a:cubicBezTo>
                    <a:cubicBezTo>
                      <a:pt x="549748" y="2321713"/>
                      <a:pt x="379289" y="2321713"/>
                      <a:pt x="208830" y="2322373"/>
                    </a:cubicBezTo>
                    <a:cubicBezTo>
                      <a:pt x="192313" y="2322373"/>
                      <a:pt x="183724" y="2318409"/>
                      <a:pt x="175795" y="2303213"/>
                    </a:cubicBezTo>
                    <a:cubicBezTo>
                      <a:pt x="155314" y="2263572"/>
                      <a:pt x="109726" y="2246394"/>
                      <a:pt x="65460" y="2259607"/>
                    </a:cubicBezTo>
                    <a:cubicBezTo>
                      <a:pt x="23175" y="2272161"/>
                      <a:pt x="-1271" y="2309159"/>
                      <a:pt x="51" y="2358712"/>
                    </a:cubicBezTo>
                    <a:cubicBezTo>
                      <a:pt x="1372" y="2404300"/>
                      <a:pt x="29782" y="2439977"/>
                      <a:pt x="70084" y="2448566"/>
                    </a:cubicBezTo>
                    <a:cubicBezTo>
                      <a:pt x="117654" y="2458476"/>
                      <a:pt x="159939" y="2440638"/>
                      <a:pt x="177117" y="2399014"/>
                    </a:cubicBezTo>
                    <a:cubicBezTo>
                      <a:pt x="185045" y="2379854"/>
                      <a:pt x="195616" y="2376550"/>
                      <a:pt x="212794" y="2376550"/>
                    </a:cubicBezTo>
                    <a:cubicBezTo>
                      <a:pt x="375986" y="2377211"/>
                      <a:pt x="539838" y="2375229"/>
                      <a:pt x="703029" y="2377872"/>
                    </a:cubicBezTo>
                    <a:cubicBezTo>
                      <a:pt x="747956" y="2378532"/>
                      <a:pt x="785616" y="2370604"/>
                      <a:pt x="821293" y="2340873"/>
                    </a:cubicBezTo>
                    <a:cubicBezTo>
                      <a:pt x="838471" y="2326998"/>
                      <a:pt x="846399" y="2314445"/>
                      <a:pt x="846399" y="2292642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7AB48C8F-534D-420E-81DD-67A2CD1366C0}"/>
                  </a:ext>
                </a:extLst>
              </p:cNvPr>
              <p:cNvSpPr/>
              <p:nvPr/>
            </p:nvSpPr>
            <p:spPr>
              <a:xfrm flipH="1">
                <a:off x="3564028" y="5139374"/>
                <a:ext cx="133654" cy="1187379"/>
              </a:xfrm>
              <a:custGeom>
                <a:avLst/>
                <a:gdLst>
                  <a:gd name="connsiteX0" fmla="*/ 65588 w 245340"/>
                  <a:gd name="connsiteY0" fmla="*/ 33 h 2179597"/>
                  <a:gd name="connsiteX1" fmla="*/ 34535 w 245340"/>
                  <a:gd name="connsiteY1" fmla="*/ 31746 h 2179597"/>
                  <a:gd name="connsiteX2" fmla="*/ 33874 w 245340"/>
                  <a:gd name="connsiteY2" fmla="*/ 179081 h 2179597"/>
                  <a:gd name="connsiteX3" fmla="*/ 33874 w 245340"/>
                  <a:gd name="connsiteY3" fmla="*/ 331701 h 2179597"/>
                  <a:gd name="connsiteX4" fmla="*/ 53034 w 245340"/>
                  <a:gd name="connsiteY4" fmla="*/ 351522 h 2179597"/>
                  <a:gd name="connsiteX5" fmla="*/ 86730 w 245340"/>
                  <a:gd name="connsiteY5" fmla="*/ 387860 h 2179597"/>
                  <a:gd name="connsiteX6" fmla="*/ 86730 w 245340"/>
                  <a:gd name="connsiteY6" fmla="*/ 1949740 h 2179597"/>
                  <a:gd name="connsiteX7" fmla="*/ 58981 w 245340"/>
                  <a:gd name="connsiteY7" fmla="*/ 1990703 h 2179597"/>
                  <a:gd name="connsiteX8" fmla="*/ 13393 w 245340"/>
                  <a:gd name="connsiteY8" fmla="*/ 2029023 h 2179597"/>
                  <a:gd name="connsiteX9" fmla="*/ 35856 w 245340"/>
                  <a:gd name="connsiteY9" fmla="*/ 2160501 h 2179597"/>
                  <a:gd name="connsiteX10" fmla="*/ 155442 w 245340"/>
                  <a:gd name="connsiteY10" fmla="*/ 2158519 h 2179597"/>
                  <a:gd name="connsiteX11" fmla="*/ 173281 w 245340"/>
                  <a:gd name="connsiteY11" fmla="*/ 2027041 h 2179597"/>
                  <a:gd name="connsiteX12" fmla="*/ 158745 w 245340"/>
                  <a:gd name="connsiteY12" fmla="*/ 1974846 h 2179597"/>
                  <a:gd name="connsiteX13" fmla="*/ 159406 w 245340"/>
                  <a:gd name="connsiteY13" fmla="*/ 418912 h 2179597"/>
                  <a:gd name="connsiteX14" fmla="*/ 164031 w 245340"/>
                  <a:gd name="connsiteY14" fmla="*/ 356807 h 2179597"/>
                  <a:gd name="connsiteX15" fmla="*/ 223493 w 245340"/>
                  <a:gd name="connsiteY15" fmla="*/ 352843 h 2179597"/>
                  <a:gd name="connsiteX16" fmla="*/ 244636 w 245340"/>
                  <a:gd name="connsiteY16" fmla="*/ 331701 h 2179597"/>
                  <a:gd name="connsiteX17" fmla="*/ 245296 w 245340"/>
                  <a:gd name="connsiteY17" fmla="*/ 179081 h 2179597"/>
                  <a:gd name="connsiteX18" fmla="*/ 245296 w 245340"/>
                  <a:gd name="connsiteY18" fmla="*/ 34389 h 2179597"/>
                  <a:gd name="connsiteX19" fmla="*/ 213583 w 245340"/>
                  <a:gd name="connsiteY19" fmla="*/ 693 h 2179597"/>
                  <a:gd name="connsiteX20" fmla="*/ 65588 w 245340"/>
                  <a:gd name="connsiteY20" fmla="*/ 33 h 217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45340" h="2179597">
                    <a:moveTo>
                      <a:pt x="65588" y="33"/>
                    </a:moveTo>
                    <a:cubicBezTo>
                      <a:pt x="42463" y="-628"/>
                      <a:pt x="33874" y="8622"/>
                      <a:pt x="34535" y="31746"/>
                    </a:cubicBezTo>
                    <a:cubicBezTo>
                      <a:pt x="35196" y="80638"/>
                      <a:pt x="33874" y="130190"/>
                      <a:pt x="33874" y="179081"/>
                    </a:cubicBezTo>
                    <a:cubicBezTo>
                      <a:pt x="33874" y="229954"/>
                      <a:pt x="34535" y="280828"/>
                      <a:pt x="33874" y="331701"/>
                    </a:cubicBezTo>
                    <a:cubicBezTo>
                      <a:pt x="33874" y="346236"/>
                      <a:pt x="37838" y="354825"/>
                      <a:pt x="53034" y="351522"/>
                    </a:cubicBezTo>
                    <a:cubicBezTo>
                      <a:pt x="84087" y="345576"/>
                      <a:pt x="86730" y="362093"/>
                      <a:pt x="86730" y="387860"/>
                    </a:cubicBezTo>
                    <a:cubicBezTo>
                      <a:pt x="86069" y="908487"/>
                      <a:pt x="86069" y="1429113"/>
                      <a:pt x="86730" y="1949740"/>
                    </a:cubicBezTo>
                    <a:cubicBezTo>
                      <a:pt x="86730" y="1971543"/>
                      <a:pt x="86069" y="1986078"/>
                      <a:pt x="58981" y="1990703"/>
                    </a:cubicBezTo>
                    <a:cubicBezTo>
                      <a:pt x="38499" y="1994006"/>
                      <a:pt x="23303" y="2010524"/>
                      <a:pt x="13393" y="2029023"/>
                    </a:cubicBezTo>
                    <a:cubicBezTo>
                      <a:pt x="-11053" y="2072629"/>
                      <a:pt x="-1142" y="2131431"/>
                      <a:pt x="35856" y="2160501"/>
                    </a:cubicBezTo>
                    <a:cubicBezTo>
                      <a:pt x="68891" y="2186929"/>
                      <a:pt x="123068" y="2185608"/>
                      <a:pt x="155442" y="2158519"/>
                    </a:cubicBezTo>
                    <a:cubicBezTo>
                      <a:pt x="191780" y="2127467"/>
                      <a:pt x="201030" y="2068665"/>
                      <a:pt x="173281" y="2027041"/>
                    </a:cubicBezTo>
                    <a:cubicBezTo>
                      <a:pt x="162049" y="2009863"/>
                      <a:pt x="158745" y="1994006"/>
                      <a:pt x="158745" y="1974846"/>
                    </a:cubicBezTo>
                    <a:cubicBezTo>
                      <a:pt x="158745" y="1456202"/>
                      <a:pt x="158745" y="937557"/>
                      <a:pt x="159406" y="418912"/>
                    </a:cubicBezTo>
                    <a:cubicBezTo>
                      <a:pt x="159406" y="397771"/>
                      <a:pt x="150156" y="371343"/>
                      <a:pt x="164031" y="356807"/>
                    </a:cubicBezTo>
                    <a:cubicBezTo>
                      <a:pt x="177245" y="343594"/>
                      <a:pt x="203012" y="352843"/>
                      <a:pt x="223493" y="352843"/>
                    </a:cubicBezTo>
                    <a:cubicBezTo>
                      <a:pt x="239350" y="352843"/>
                      <a:pt x="245296" y="348219"/>
                      <a:pt x="244636" y="331701"/>
                    </a:cubicBezTo>
                    <a:cubicBezTo>
                      <a:pt x="243975" y="280828"/>
                      <a:pt x="244636" y="229954"/>
                      <a:pt x="245296" y="179081"/>
                    </a:cubicBezTo>
                    <a:cubicBezTo>
                      <a:pt x="245296" y="130850"/>
                      <a:pt x="243975" y="82620"/>
                      <a:pt x="245296" y="34389"/>
                    </a:cubicBezTo>
                    <a:cubicBezTo>
                      <a:pt x="245957" y="10604"/>
                      <a:pt x="239350" y="33"/>
                      <a:pt x="213583" y="693"/>
                    </a:cubicBezTo>
                    <a:cubicBezTo>
                      <a:pt x="163370" y="1354"/>
                      <a:pt x="114479" y="1354"/>
                      <a:pt x="65588" y="33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613A399E-CE85-4E9A-A82B-B91FC40A53F3}"/>
                  </a:ext>
                </a:extLst>
              </p:cNvPr>
              <p:cNvSpPr/>
              <p:nvPr/>
            </p:nvSpPr>
            <p:spPr>
              <a:xfrm flipH="1">
                <a:off x="4375310" y="5139374"/>
                <a:ext cx="586007" cy="738652"/>
              </a:xfrm>
              <a:custGeom>
                <a:avLst/>
                <a:gdLst>
                  <a:gd name="connsiteX0" fmla="*/ 855025 w 1075696"/>
                  <a:gd name="connsiteY0" fmla="*/ 1271871 h 1355897"/>
                  <a:gd name="connsiteX1" fmla="*/ 958093 w 1075696"/>
                  <a:gd name="connsiteY1" fmla="*/ 1234211 h 1355897"/>
                  <a:gd name="connsiteX2" fmla="*/ 979235 w 1075696"/>
                  <a:gd name="connsiteY2" fmla="*/ 1186641 h 1355897"/>
                  <a:gd name="connsiteX3" fmla="*/ 978574 w 1075696"/>
                  <a:gd name="connsiteY3" fmla="*/ 541143 h 1355897"/>
                  <a:gd name="connsiteX4" fmla="*/ 977914 w 1075696"/>
                  <a:gd name="connsiteY4" fmla="*/ 377952 h 1355897"/>
                  <a:gd name="connsiteX5" fmla="*/ 1005663 w 1075696"/>
                  <a:gd name="connsiteY5" fmla="*/ 351524 h 1355897"/>
                  <a:gd name="connsiteX6" fmla="*/ 1051251 w 1075696"/>
                  <a:gd name="connsiteY6" fmla="*/ 352185 h 1355897"/>
                  <a:gd name="connsiteX7" fmla="*/ 1075697 w 1075696"/>
                  <a:gd name="connsiteY7" fmla="*/ 328400 h 1355897"/>
                  <a:gd name="connsiteX8" fmla="*/ 1075697 w 1075696"/>
                  <a:gd name="connsiteY8" fmla="*/ 178422 h 1355897"/>
                  <a:gd name="connsiteX9" fmla="*/ 1075036 w 1075696"/>
                  <a:gd name="connsiteY9" fmla="*/ 28445 h 1355897"/>
                  <a:gd name="connsiteX10" fmla="*/ 1046626 w 1075696"/>
                  <a:gd name="connsiteY10" fmla="*/ 35 h 1355897"/>
                  <a:gd name="connsiteX11" fmla="*/ 896648 w 1075696"/>
                  <a:gd name="connsiteY11" fmla="*/ 35 h 1355897"/>
                  <a:gd name="connsiteX12" fmla="*/ 865596 w 1075696"/>
                  <a:gd name="connsiteY12" fmla="*/ 31088 h 1355897"/>
                  <a:gd name="connsiteX13" fmla="*/ 864935 w 1075696"/>
                  <a:gd name="connsiteY13" fmla="*/ 178422 h 1355897"/>
                  <a:gd name="connsiteX14" fmla="*/ 864935 w 1075696"/>
                  <a:gd name="connsiteY14" fmla="*/ 331043 h 1355897"/>
                  <a:gd name="connsiteX15" fmla="*/ 884095 w 1075696"/>
                  <a:gd name="connsiteY15" fmla="*/ 351524 h 1355897"/>
                  <a:gd name="connsiteX16" fmla="*/ 907880 w 1075696"/>
                  <a:gd name="connsiteY16" fmla="*/ 375970 h 1355897"/>
                  <a:gd name="connsiteX17" fmla="*/ 907220 w 1075696"/>
                  <a:gd name="connsiteY17" fmla="*/ 1171445 h 1355897"/>
                  <a:gd name="connsiteX18" fmla="*/ 861632 w 1075696"/>
                  <a:gd name="connsiteY18" fmla="*/ 1217033 h 1355897"/>
                  <a:gd name="connsiteX19" fmla="*/ 208206 w 1075696"/>
                  <a:gd name="connsiteY19" fmla="*/ 1217694 h 1355897"/>
                  <a:gd name="connsiteX20" fmla="*/ 171868 w 1075696"/>
                  <a:gd name="connsiteY20" fmla="*/ 1198533 h 1355897"/>
                  <a:gd name="connsiteX21" fmla="*/ 57568 w 1075696"/>
                  <a:gd name="connsiteY21" fmla="*/ 1166820 h 1355897"/>
                  <a:gd name="connsiteX22" fmla="*/ 748 w 1075696"/>
                  <a:gd name="connsiteY22" fmla="*/ 1269228 h 1355897"/>
                  <a:gd name="connsiteX23" fmla="*/ 82674 w 1075696"/>
                  <a:gd name="connsiteY23" fmla="*/ 1355118 h 1355897"/>
                  <a:gd name="connsiteX24" fmla="*/ 182439 w 1075696"/>
                  <a:gd name="connsiteY24" fmla="*/ 1296316 h 1355897"/>
                  <a:gd name="connsiteX25" fmla="*/ 220759 w 1075696"/>
                  <a:gd name="connsiteY25" fmla="*/ 1271210 h 1355897"/>
                  <a:gd name="connsiteX26" fmla="*/ 855025 w 1075696"/>
                  <a:gd name="connsiteY26" fmla="*/ 1271871 h 1355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75696" h="1355897">
                    <a:moveTo>
                      <a:pt x="855025" y="1271871"/>
                    </a:moveTo>
                    <a:cubicBezTo>
                      <a:pt x="896648" y="1272531"/>
                      <a:pt x="928362" y="1262621"/>
                      <a:pt x="958093" y="1234211"/>
                    </a:cubicBezTo>
                    <a:cubicBezTo>
                      <a:pt x="973289" y="1219676"/>
                      <a:pt x="979235" y="1206462"/>
                      <a:pt x="979235" y="1186641"/>
                    </a:cubicBezTo>
                    <a:cubicBezTo>
                      <a:pt x="978574" y="971255"/>
                      <a:pt x="978574" y="756529"/>
                      <a:pt x="978574" y="541143"/>
                    </a:cubicBezTo>
                    <a:cubicBezTo>
                      <a:pt x="978574" y="486966"/>
                      <a:pt x="979896" y="432129"/>
                      <a:pt x="977914" y="377952"/>
                    </a:cubicBezTo>
                    <a:cubicBezTo>
                      <a:pt x="977253" y="355488"/>
                      <a:pt x="985181" y="350203"/>
                      <a:pt x="1005663" y="351524"/>
                    </a:cubicBezTo>
                    <a:cubicBezTo>
                      <a:pt x="1020859" y="352845"/>
                      <a:pt x="1036055" y="350863"/>
                      <a:pt x="1051251" y="352185"/>
                    </a:cubicBezTo>
                    <a:cubicBezTo>
                      <a:pt x="1069750" y="353506"/>
                      <a:pt x="1075697" y="347560"/>
                      <a:pt x="1075697" y="328400"/>
                    </a:cubicBezTo>
                    <a:cubicBezTo>
                      <a:pt x="1074375" y="278187"/>
                      <a:pt x="1075697" y="228635"/>
                      <a:pt x="1075697" y="178422"/>
                    </a:cubicBezTo>
                    <a:cubicBezTo>
                      <a:pt x="1075697" y="128210"/>
                      <a:pt x="1074375" y="78657"/>
                      <a:pt x="1075036" y="28445"/>
                    </a:cubicBezTo>
                    <a:cubicBezTo>
                      <a:pt x="1075036" y="7303"/>
                      <a:pt x="1067108" y="35"/>
                      <a:pt x="1046626" y="35"/>
                    </a:cubicBezTo>
                    <a:cubicBezTo>
                      <a:pt x="996413" y="696"/>
                      <a:pt x="946861" y="1357"/>
                      <a:pt x="896648" y="35"/>
                    </a:cubicBezTo>
                    <a:cubicBezTo>
                      <a:pt x="873524" y="-626"/>
                      <a:pt x="864935" y="7964"/>
                      <a:pt x="865596" y="31088"/>
                    </a:cubicBezTo>
                    <a:cubicBezTo>
                      <a:pt x="866257" y="79979"/>
                      <a:pt x="865596" y="129531"/>
                      <a:pt x="864935" y="178422"/>
                    </a:cubicBezTo>
                    <a:cubicBezTo>
                      <a:pt x="864935" y="229296"/>
                      <a:pt x="865596" y="280169"/>
                      <a:pt x="864935" y="331043"/>
                    </a:cubicBezTo>
                    <a:cubicBezTo>
                      <a:pt x="864935" y="344917"/>
                      <a:pt x="867578" y="354167"/>
                      <a:pt x="884095" y="351524"/>
                    </a:cubicBezTo>
                    <a:cubicBezTo>
                      <a:pt x="903255" y="348881"/>
                      <a:pt x="907880" y="358131"/>
                      <a:pt x="907880" y="375970"/>
                    </a:cubicBezTo>
                    <a:cubicBezTo>
                      <a:pt x="907220" y="640908"/>
                      <a:pt x="907880" y="906507"/>
                      <a:pt x="907220" y="1171445"/>
                    </a:cubicBezTo>
                    <a:cubicBezTo>
                      <a:pt x="907220" y="1201837"/>
                      <a:pt x="892024" y="1217033"/>
                      <a:pt x="861632" y="1217033"/>
                    </a:cubicBezTo>
                    <a:cubicBezTo>
                      <a:pt x="643603" y="1217033"/>
                      <a:pt x="426235" y="1217033"/>
                      <a:pt x="208206" y="1217694"/>
                    </a:cubicBezTo>
                    <a:cubicBezTo>
                      <a:pt x="191688" y="1217694"/>
                      <a:pt x="181117" y="1213730"/>
                      <a:pt x="171868" y="1198533"/>
                    </a:cubicBezTo>
                    <a:cubicBezTo>
                      <a:pt x="148743" y="1162195"/>
                      <a:pt x="99852" y="1150303"/>
                      <a:pt x="57568" y="1166820"/>
                    </a:cubicBezTo>
                    <a:cubicBezTo>
                      <a:pt x="18587" y="1182016"/>
                      <a:pt x="-4538" y="1224300"/>
                      <a:pt x="748" y="1269228"/>
                    </a:cubicBezTo>
                    <a:cubicBezTo>
                      <a:pt x="6694" y="1316798"/>
                      <a:pt x="37747" y="1349832"/>
                      <a:pt x="82674" y="1355118"/>
                    </a:cubicBezTo>
                    <a:cubicBezTo>
                      <a:pt x="128262" y="1360403"/>
                      <a:pt x="169885" y="1338600"/>
                      <a:pt x="182439" y="1296316"/>
                    </a:cubicBezTo>
                    <a:cubicBezTo>
                      <a:pt x="189706" y="1273853"/>
                      <a:pt x="201599" y="1271210"/>
                      <a:pt x="220759" y="1271210"/>
                    </a:cubicBezTo>
                    <a:cubicBezTo>
                      <a:pt x="431520" y="1271210"/>
                      <a:pt x="643603" y="1269889"/>
                      <a:pt x="855025" y="1271871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899869F7-7F70-43EC-97C3-A531CD669C49}"/>
                  </a:ext>
                </a:extLst>
              </p:cNvPr>
              <p:cNvSpPr/>
              <p:nvPr/>
            </p:nvSpPr>
            <p:spPr>
              <a:xfrm flipH="1">
                <a:off x="1924341" y="5139374"/>
                <a:ext cx="576100" cy="1118127"/>
              </a:xfrm>
              <a:custGeom>
                <a:avLst/>
                <a:gdLst>
                  <a:gd name="connsiteX0" fmla="*/ 97540 w 576100"/>
                  <a:gd name="connsiteY0" fmla="*/ 19 h 1118127"/>
                  <a:gd name="connsiteX1" fmla="*/ 17276 w 576100"/>
                  <a:gd name="connsiteY1" fmla="*/ 19 h 1118127"/>
                  <a:gd name="connsiteX2" fmla="*/ 360 w 576100"/>
                  <a:gd name="connsiteY2" fmla="*/ 16936 h 1118127"/>
                  <a:gd name="connsiteX3" fmla="*/ 0 w 576100"/>
                  <a:gd name="connsiteY3" fmla="*/ 97199 h 1118127"/>
                  <a:gd name="connsiteX4" fmla="*/ 0 w 576100"/>
                  <a:gd name="connsiteY4" fmla="*/ 179982 h 1118127"/>
                  <a:gd name="connsiteX5" fmla="*/ 11517 w 576100"/>
                  <a:gd name="connsiteY5" fmla="*/ 191500 h 1118127"/>
                  <a:gd name="connsiteX6" fmla="*/ 49922 w 576100"/>
                  <a:gd name="connsiteY6" fmla="*/ 191650 h 1118127"/>
                  <a:gd name="connsiteX7" fmla="*/ 46244 w 576100"/>
                  <a:gd name="connsiteY7" fmla="*/ 192570 h 1118127"/>
                  <a:gd name="connsiteX8" fmla="*/ 43182 w 576100"/>
                  <a:gd name="connsiteY8" fmla="*/ 207687 h 1118127"/>
                  <a:gd name="connsiteX9" fmla="*/ 43496 w 576100"/>
                  <a:gd name="connsiteY9" fmla="*/ 1059632 h 1118127"/>
                  <a:gd name="connsiteX10" fmla="*/ 60140 w 576100"/>
                  <a:gd name="connsiteY10" fmla="*/ 1077988 h 1118127"/>
                  <a:gd name="connsiteX11" fmla="*/ 471203 w 576100"/>
                  <a:gd name="connsiteY11" fmla="*/ 1077988 h 1118127"/>
                  <a:gd name="connsiteX12" fmla="*/ 488789 w 576100"/>
                  <a:gd name="connsiteY12" fmla="*/ 1080147 h 1118127"/>
                  <a:gd name="connsiteX13" fmla="*/ 522076 w 576100"/>
                  <a:gd name="connsiteY13" fmla="*/ 1117220 h 1118127"/>
                  <a:gd name="connsiteX14" fmla="*/ 573890 w 576100"/>
                  <a:gd name="connsiteY14" fmla="*/ 1082307 h 1118127"/>
                  <a:gd name="connsiteX15" fmla="*/ 550967 w 576100"/>
                  <a:gd name="connsiteY15" fmla="*/ 1016440 h 1118127"/>
                  <a:gd name="connsiteX16" fmla="*/ 491615 w 576100"/>
                  <a:gd name="connsiteY16" fmla="*/ 1038036 h 1118127"/>
                  <a:gd name="connsiteX17" fmla="*/ 94369 w 576100"/>
                  <a:gd name="connsiteY17" fmla="*/ 1038396 h 1118127"/>
                  <a:gd name="connsiteX18" fmla="*/ 78039 w 576100"/>
                  <a:gd name="connsiteY18" fmla="*/ 1019680 h 1118127"/>
                  <a:gd name="connsiteX19" fmla="*/ 78039 w 576100"/>
                  <a:gd name="connsiteY19" fmla="*/ 211286 h 1118127"/>
                  <a:gd name="connsiteX20" fmla="*/ 76642 w 576100"/>
                  <a:gd name="connsiteY20" fmla="*/ 191755 h 1118127"/>
                  <a:gd name="connsiteX21" fmla="*/ 103299 w 576100"/>
                  <a:gd name="connsiteY21" fmla="*/ 191860 h 1118127"/>
                  <a:gd name="connsiteX22" fmla="*/ 114817 w 576100"/>
                  <a:gd name="connsiteY22" fmla="*/ 179982 h 1118127"/>
                  <a:gd name="connsiteX23" fmla="*/ 115177 w 576100"/>
                  <a:gd name="connsiteY23" fmla="*/ 97199 h 1118127"/>
                  <a:gd name="connsiteX24" fmla="*/ 114817 w 576100"/>
                  <a:gd name="connsiteY24" fmla="*/ 16936 h 1118127"/>
                  <a:gd name="connsiteX25" fmla="*/ 97540 w 576100"/>
                  <a:gd name="connsiteY25" fmla="*/ 19 h 1118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76100" h="1118127">
                    <a:moveTo>
                      <a:pt x="97540" y="19"/>
                    </a:moveTo>
                    <a:cubicBezTo>
                      <a:pt x="70905" y="739"/>
                      <a:pt x="43911" y="739"/>
                      <a:pt x="17276" y="19"/>
                    </a:cubicBezTo>
                    <a:cubicBezTo>
                      <a:pt x="4679" y="-341"/>
                      <a:pt x="0" y="4338"/>
                      <a:pt x="360" y="16936"/>
                    </a:cubicBezTo>
                    <a:cubicBezTo>
                      <a:pt x="720" y="43570"/>
                      <a:pt x="360" y="70564"/>
                      <a:pt x="0" y="97199"/>
                    </a:cubicBezTo>
                    <a:cubicBezTo>
                      <a:pt x="0" y="124913"/>
                      <a:pt x="360" y="152627"/>
                      <a:pt x="0" y="179982"/>
                    </a:cubicBezTo>
                    <a:cubicBezTo>
                      <a:pt x="0" y="188980"/>
                      <a:pt x="2879" y="191500"/>
                      <a:pt x="11517" y="191500"/>
                    </a:cubicBezTo>
                    <a:lnTo>
                      <a:pt x="49922" y="191650"/>
                    </a:lnTo>
                    <a:lnTo>
                      <a:pt x="46244" y="192570"/>
                    </a:lnTo>
                    <a:cubicBezTo>
                      <a:pt x="43889" y="195449"/>
                      <a:pt x="43182" y="200308"/>
                      <a:pt x="43182" y="207687"/>
                    </a:cubicBezTo>
                    <a:cubicBezTo>
                      <a:pt x="43496" y="491668"/>
                      <a:pt x="43496" y="775651"/>
                      <a:pt x="43496" y="1059632"/>
                    </a:cubicBezTo>
                    <a:cubicBezTo>
                      <a:pt x="43496" y="1079428"/>
                      <a:pt x="40670" y="1077988"/>
                      <a:pt x="60140" y="1077988"/>
                    </a:cubicBezTo>
                    <a:cubicBezTo>
                      <a:pt x="197056" y="1077988"/>
                      <a:pt x="334287" y="1077988"/>
                      <a:pt x="471203" y="1077988"/>
                    </a:cubicBezTo>
                    <a:cubicBezTo>
                      <a:pt x="477170" y="1077988"/>
                      <a:pt x="483136" y="1076548"/>
                      <a:pt x="488789" y="1080147"/>
                    </a:cubicBezTo>
                    <a:cubicBezTo>
                      <a:pt x="492871" y="1100664"/>
                      <a:pt x="505119" y="1113981"/>
                      <a:pt x="522076" y="1117220"/>
                    </a:cubicBezTo>
                    <a:cubicBezTo>
                      <a:pt x="546884" y="1121899"/>
                      <a:pt x="566982" y="1108222"/>
                      <a:pt x="573890" y="1082307"/>
                    </a:cubicBezTo>
                    <a:cubicBezTo>
                      <a:pt x="580799" y="1055673"/>
                      <a:pt x="571064" y="1026879"/>
                      <a:pt x="550967" y="1016440"/>
                    </a:cubicBezTo>
                    <a:cubicBezTo>
                      <a:pt x="528671" y="1004923"/>
                      <a:pt x="505432" y="1013201"/>
                      <a:pt x="491615" y="1038036"/>
                    </a:cubicBezTo>
                    <a:cubicBezTo>
                      <a:pt x="359095" y="1038036"/>
                      <a:pt x="226889" y="1038396"/>
                      <a:pt x="94369" y="1038396"/>
                    </a:cubicBezTo>
                    <a:cubicBezTo>
                      <a:pt x="78039" y="1038396"/>
                      <a:pt x="78039" y="1038396"/>
                      <a:pt x="78039" y="1019680"/>
                    </a:cubicBezTo>
                    <a:cubicBezTo>
                      <a:pt x="78039" y="750095"/>
                      <a:pt x="78039" y="480871"/>
                      <a:pt x="78039" y="211286"/>
                    </a:cubicBezTo>
                    <a:lnTo>
                      <a:pt x="76642" y="191755"/>
                    </a:lnTo>
                    <a:lnTo>
                      <a:pt x="103299" y="191860"/>
                    </a:lnTo>
                    <a:cubicBezTo>
                      <a:pt x="112297" y="191860"/>
                      <a:pt x="114817" y="188620"/>
                      <a:pt x="114817" y="179982"/>
                    </a:cubicBezTo>
                    <a:cubicBezTo>
                      <a:pt x="114456" y="152268"/>
                      <a:pt x="114817" y="124553"/>
                      <a:pt x="115177" y="97199"/>
                    </a:cubicBezTo>
                    <a:cubicBezTo>
                      <a:pt x="115177" y="70564"/>
                      <a:pt x="114456" y="43570"/>
                      <a:pt x="114817" y="16936"/>
                    </a:cubicBezTo>
                    <a:cubicBezTo>
                      <a:pt x="115177" y="3978"/>
                      <a:pt x="110137" y="19"/>
                      <a:pt x="97540" y="19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6585459A-FF7E-4A4B-B080-F4E91E9E8C31}"/>
                  </a:ext>
                </a:extLst>
              </p:cNvPr>
              <p:cNvSpPr/>
              <p:nvPr/>
            </p:nvSpPr>
            <p:spPr>
              <a:xfrm flipH="1">
                <a:off x="2778637" y="5139374"/>
                <a:ext cx="120656" cy="1100593"/>
              </a:xfrm>
              <a:custGeom>
                <a:avLst/>
                <a:gdLst>
                  <a:gd name="connsiteX0" fmla="*/ 102279 w 120656"/>
                  <a:gd name="connsiteY0" fmla="*/ 19 h 1100593"/>
                  <a:gd name="connsiteX1" fmla="*/ 22016 w 120656"/>
                  <a:gd name="connsiteY1" fmla="*/ 19 h 1100593"/>
                  <a:gd name="connsiteX2" fmla="*/ 4020 w 120656"/>
                  <a:gd name="connsiteY2" fmla="*/ 17656 h 1100593"/>
                  <a:gd name="connsiteX3" fmla="*/ 4020 w 120656"/>
                  <a:gd name="connsiteY3" fmla="*/ 96480 h 1100593"/>
                  <a:gd name="connsiteX4" fmla="*/ 4379 w 120656"/>
                  <a:gd name="connsiteY4" fmla="*/ 177823 h 1100593"/>
                  <a:gd name="connsiteX5" fmla="*/ 18417 w 120656"/>
                  <a:gd name="connsiteY5" fmla="*/ 191500 h 1100593"/>
                  <a:gd name="connsiteX6" fmla="*/ 57596 w 120656"/>
                  <a:gd name="connsiteY6" fmla="*/ 191500 h 1100593"/>
                  <a:gd name="connsiteX7" fmla="*/ 52440 w 120656"/>
                  <a:gd name="connsiteY7" fmla="*/ 193064 h 1100593"/>
                  <a:gd name="connsiteX8" fmla="*/ 49741 w 120656"/>
                  <a:gd name="connsiteY8" fmla="*/ 206606 h 1100593"/>
                  <a:gd name="connsiteX9" fmla="*/ 50100 w 120656"/>
                  <a:gd name="connsiteY9" fmla="*/ 975408 h 1100593"/>
                  <a:gd name="connsiteX10" fmla="*/ 34624 w 120656"/>
                  <a:gd name="connsiteY10" fmla="*/ 997004 h 1100593"/>
                  <a:gd name="connsiteX11" fmla="*/ 11948 w 120656"/>
                  <a:gd name="connsiteY11" fmla="*/ 1011761 h 1100593"/>
                  <a:gd name="connsiteX12" fmla="*/ 16627 w 120656"/>
                  <a:gd name="connsiteY12" fmla="*/ 1087705 h 1100593"/>
                  <a:gd name="connsiteX13" fmla="*/ 88253 w 120656"/>
                  <a:gd name="connsiteY13" fmla="*/ 1085905 h 1100593"/>
                  <a:gd name="connsiteX14" fmla="*/ 88613 w 120656"/>
                  <a:gd name="connsiteY14" fmla="*/ 1009241 h 1100593"/>
                  <a:gd name="connsiteX15" fmla="*/ 79974 w 120656"/>
                  <a:gd name="connsiteY15" fmla="*/ 984766 h 1100593"/>
                  <a:gd name="connsiteX16" fmla="*/ 79974 w 120656"/>
                  <a:gd name="connsiteY16" fmla="*/ 596766 h 1100593"/>
                  <a:gd name="connsiteX17" fmla="*/ 79974 w 120656"/>
                  <a:gd name="connsiteY17" fmla="*/ 204447 h 1100593"/>
                  <a:gd name="connsiteX18" fmla="*/ 77680 w 120656"/>
                  <a:gd name="connsiteY18" fmla="*/ 192929 h 1100593"/>
                  <a:gd name="connsiteX19" fmla="*/ 73441 w 120656"/>
                  <a:gd name="connsiteY19" fmla="*/ 191500 h 1100593"/>
                  <a:gd name="connsiteX20" fmla="*/ 105879 w 120656"/>
                  <a:gd name="connsiteY20" fmla="*/ 191500 h 1100593"/>
                  <a:gd name="connsiteX21" fmla="*/ 119916 w 120656"/>
                  <a:gd name="connsiteY21" fmla="*/ 177463 h 1100593"/>
                  <a:gd name="connsiteX22" fmla="*/ 120636 w 120656"/>
                  <a:gd name="connsiteY22" fmla="*/ 96120 h 1100593"/>
                  <a:gd name="connsiteX23" fmla="*/ 120636 w 120656"/>
                  <a:gd name="connsiteY23" fmla="*/ 19096 h 1100593"/>
                  <a:gd name="connsiteX24" fmla="*/ 102279 w 120656"/>
                  <a:gd name="connsiteY24" fmla="*/ 19 h 1100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20656" h="1100593">
                    <a:moveTo>
                      <a:pt x="102279" y="19"/>
                    </a:moveTo>
                    <a:cubicBezTo>
                      <a:pt x="75645" y="740"/>
                      <a:pt x="48651" y="740"/>
                      <a:pt x="22016" y="19"/>
                    </a:cubicBezTo>
                    <a:cubicBezTo>
                      <a:pt x="9059" y="-341"/>
                      <a:pt x="3660" y="4339"/>
                      <a:pt x="4020" y="17656"/>
                    </a:cubicBezTo>
                    <a:cubicBezTo>
                      <a:pt x="4740" y="43931"/>
                      <a:pt x="4020" y="70205"/>
                      <a:pt x="4020" y="96480"/>
                    </a:cubicBezTo>
                    <a:cubicBezTo>
                      <a:pt x="4379" y="123474"/>
                      <a:pt x="5100" y="150829"/>
                      <a:pt x="4379" y="177823"/>
                    </a:cubicBezTo>
                    <a:cubicBezTo>
                      <a:pt x="4020" y="188981"/>
                      <a:pt x="7979" y="191860"/>
                      <a:pt x="18417" y="191500"/>
                    </a:cubicBezTo>
                    <a:lnTo>
                      <a:pt x="57596" y="191500"/>
                    </a:lnTo>
                    <a:lnTo>
                      <a:pt x="52440" y="193064"/>
                    </a:lnTo>
                    <a:cubicBezTo>
                      <a:pt x="50191" y="195989"/>
                      <a:pt x="49741" y="200488"/>
                      <a:pt x="49741" y="206606"/>
                    </a:cubicBezTo>
                    <a:cubicBezTo>
                      <a:pt x="50100" y="462874"/>
                      <a:pt x="49741" y="719141"/>
                      <a:pt x="50100" y="975408"/>
                    </a:cubicBezTo>
                    <a:cubicBezTo>
                      <a:pt x="50100" y="987286"/>
                      <a:pt x="49381" y="995564"/>
                      <a:pt x="34624" y="997004"/>
                    </a:cubicBezTo>
                    <a:cubicBezTo>
                      <a:pt x="25266" y="997724"/>
                      <a:pt x="18067" y="1004562"/>
                      <a:pt x="11948" y="1011761"/>
                    </a:cubicBezTo>
                    <a:cubicBezTo>
                      <a:pt x="-5688" y="1033716"/>
                      <a:pt x="-3529" y="1068989"/>
                      <a:pt x="16627" y="1087705"/>
                    </a:cubicBezTo>
                    <a:cubicBezTo>
                      <a:pt x="36064" y="1105702"/>
                      <a:pt x="69897" y="1104622"/>
                      <a:pt x="88253" y="1085905"/>
                    </a:cubicBezTo>
                    <a:cubicBezTo>
                      <a:pt x="108048" y="1066109"/>
                      <a:pt x="109128" y="1029397"/>
                      <a:pt x="88613" y="1009241"/>
                    </a:cubicBezTo>
                    <a:cubicBezTo>
                      <a:pt x="81414" y="1001683"/>
                      <a:pt x="79974" y="994485"/>
                      <a:pt x="79974" y="984766"/>
                    </a:cubicBezTo>
                    <a:cubicBezTo>
                      <a:pt x="79974" y="855553"/>
                      <a:pt x="79974" y="725980"/>
                      <a:pt x="79974" y="596766"/>
                    </a:cubicBezTo>
                    <a:cubicBezTo>
                      <a:pt x="79974" y="466113"/>
                      <a:pt x="79974" y="335100"/>
                      <a:pt x="79974" y="204447"/>
                    </a:cubicBezTo>
                    <a:cubicBezTo>
                      <a:pt x="79974" y="199228"/>
                      <a:pt x="79614" y="195449"/>
                      <a:pt x="77680" y="192929"/>
                    </a:cubicBezTo>
                    <a:lnTo>
                      <a:pt x="73441" y="191500"/>
                    </a:lnTo>
                    <a:lnTo>
                      <a:pt x="105879" y="191500"/>
                    </a:lnTo>
                    <a:cubicBezTo>
                      <a:pt x="116677" y="191860"/>
                      <a:pt x="119916" y="188261"/>
                      <a:pt x="119916" y="177463"/>
                    </a:cubicBezTo>
                    <a:cubicBezTo>
                      <a:pt x="119916" y="150469"/>
                      <a:pt x="118116" y="123114"/>
                      <a:pt x="120636" y="96120"/>
                    </a:cubicBezTo>
                    <a:cubicBezTo>
                      <a:pt x="120636" y="70565"/>
                      <a:pt x="119916" y="45010"/>
                      <a:pt x="120636" y="19096"/>
                    </a:cubicBezTo>
                    <a:cubicBezTo>
                      <a:pt x="120995" y="5419"/>
                      <a:pt x="116677" y="-341"/>
                      <a:pt x="102279" y="19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2C6A12CB-A937-425D-BCA3-A5BB1CB57193}"/>
                  </a:ext>
                </a:extLst>
              </p:cNvPr>
              <p:cNvSpPr/>
              <p:nvPr/>
            </p:nvSpPr>
            <p:spPr>
              <a:xfrm flipH="1">
                <a:off x="1405312" y="5139374"/>
                <a:ext cx="689866" cy="864745"/>
              </a:xfrm>
              <a:custGeom>
                <a:avLst/>
                <a:gdLst>
                  <a:gd name="connsiteX0" fmla="*/ 50409 w 689866"/>
                  <a:gd name="connsiteY0" fmla="*/ 189897 h 864745"/>
                  <a:gd name="connsiteX1" fmla="*/ 42131 w 689866"/>
                  <a:gd name="connsiteY1" fmla="*/ 205149 h 864745"/>
                  <a:gd name="connsiteX2" fmla="*/ 42131 w 689866"/>
                  <a:gd name="connsiteY2" fmla="*/ 505687 h 864745"/>
                  <a:gd name="connsiteX3" fmla="*/ 41771 w 689866"/>
                  <a:gd name="connsiteY3" fmla="*/ 803346 h 864745"/>
                  <a:gd name="connsiteX4" fmla="*/ 59768 w 689866"/>
                  <a:gd name="connsiteY4" fmla="*/ 822062 h 864745"/>
                  <a:gd name="connsiteX5" fmla="*/ 571582 w 689866"/>
                  <a:gd name="connsiteY5" fmla="*/ 821702 h 864745"/>
                  <a:gd name="connsiteX6" fmla="*/ 591018 w 689866"/>
                  <a:gd name="connsiteY6" fmla="*/ 833580 h 864745"/>
                  <a:gd name="connsiteX7" fmla="*/ 648966 w 689866"/>
                  <a:gd name="connsiteY7" fmla="*/ 863814 h 864745"/>
                  <a:gd name="connsiteX8" fmla="*/ 689638 w 689866"/>
                  <a:gd name="connsiteY8" fmla="*/ 816663 h 864745"/>
                  <a:gd name="connsiteX9" fmla="*/ 656525 w 689866"/>
                  <a:gd name="connsiteY9" fmla="*/ 760874 h 864745"/>
                  <a:gd name="connsiteX10" fmla="*/ 595338 w 689866"/>
                  <a:gd name="connsiteY10" fmla="*/ 781390 h 864745"/>
                  <a:gd name="connsiteX11" fmla="*/ 575542 w 689866"/>
                  <a:gd name="connsiteY11" fmla="*/ 791828 h 864745"/>
                  <a:gd name="connsiteX12" fmla="*/ 88201 w 689866"/>
                  <a:gd name="connsiteY12" fmla="*/ 791828 h 864745"/>
                  <a:gd name="connsiteX13" fmla="*/ 71645 w 689866"/>
                  <a:gd name="connsiteY13" fmla="*/ 774552 h 864745"/>
                  <a:gd name="connsiteX14" fmla="*/ 72005 w 689866"/>
                  <a:gd name="connsiteY14" fmla="*/ 210187 h 864745"/>
                  <a:gd name="connsiteX15" fmla="*/ 72005 w 689866"/>
                  <a:gd name="connsiteY15" fmla="*/ 197230 h 864745"/>
                  <a:gd name="connsiteX16" fmla="*/ 68405 w 689866"/>
                  <a:gd name="connsiteY16" fmla="*/ 190031 h 864745"/>
                  <a:gd name="connsiteX17" fmla="*/ 50409 w 689866"/>
                  <a:gd name="connsiteY17" fmla="*/ 189897 h 864745"/>
                  <a:gd name="connsiteX18" fmla="*/ 100079 w 689866"/>
                  <a:gd name="connsiteY18" fmla="*/ 0 h 864745"/>
                  <a:gd name="connsiteX19" fmla="*/ 14057 w 689866"/>
                  <a:gd name="connsiteY19" fmla="*/ 0 h 864745"/>
                  <a:gd name="connsiteX20" fmla="*/ 19 w 689866"/>
                  <a:gd name="connsiteY20" fmla="*/ 14037 h 864745"/>
                  <a:gd name="connsiteX21" fmla="*/ 739 w 689866"/>
                  <a:gd name="connsiteY21" fmla="*/ 95381 h 864745"/>
                  <a:gd name="connsiteX22" fmla="*/ 2899 w 689866"/>
                  <a:gd name="connsiteY22" fmla="*/ 114097 h 864745"/>
                  <a:gd name="connsiteX23" fmla="*/ 2899 w 689866"/>
                  <a:gd name="connsiteY23" fmla="*/ 175284 h 864745"/>
                  <a:gd name="connsiteX24" fmla="*/ 16576 w 689866"/>
                  <a:gd name="connsiteY24" fmla="*/ 189321 h 864745"/>
                  <a:gd name="connsiteX25" fmla="*/ 112676 w 689866"/>
                  <a:gd name="connsiteY25" fmla="*/ 188601 h 864745"/>
                  <a:gd name="connsiteX26" fmla="*/ 114116 w 689866"/>
                  <a:gd name="connsiteY26" fmla="*/ 15477 h 864745"/>
                  <a:gd name="connsiteX27" fmla="*/ 100079 w 689866"/>
                  <a:gd name="connsiteY27" fmla="*/ 0 h 864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89866" h="864745">
                    <a:moveTo>
                      <a:pt x="50409" y="189897"/>
                    </a:moveTo>
                    <a:cubicBezTo>
                      <a:pt x="45460" y="192731"/>
                      <a:pt x="42131" y="198130"/>
                      <a:pt x="42131" y="205149"/>
                    </a:cubicBezTo>
                    <a:cubicBezTo>
                      <a:pt x="42131" y="305208"/>
                      <a:pt x="42131" y="405628"/>
                      <a:pt x="42131" y="505687"/>
                    </a:cubicBezTo>
                    <a:cubicBezTo>
                      <a:pt x="42131" y="605027"/>
                      <a:pt x="42491" y="704006"/>
                      <a:pt x="41771" y="803346"/>
                    </a:cubicBezTo>
                    <a:cubicBezTo>
                      <a:pt x="41771" y="817743"/>
                      <a:pt x="44650" y="822062"/>
                      <a:pt x="59768" y="822062"/>
                    </a:cubicBezTo>
                    <a:cubicBezTo>
                      <a:pt x="230372" y="821342"/>
                      <a:pt x="400977" y="821702"/>
                      <a:pt x="571582" y="821702"/>
                    </a:cubicBezTo>
                    <a:cubicBezTo>
                      <a:pt x="580940" y="821702"/>
                      <a:pt x="587059" y="822422"/>
                      <a:pt x="591018" y="833580"/>
                    </a:cubicBezTo>
                    <a:cubicBezTo>
                      <a:pt x="599296" y="857335"/>
                      <a:pt x="621972" y="868133"/>
                      <a:pt x="648966" y="863814"/>
                    </a:cubicBezTo>
                    <a:cubicBezTo>
                      <a:pt x="671282" y="860214"/>
                      <a:pt x="687478" y="841498"/>
                      <a:pt x="689638" y="816663"/>
                    </a:cubicBezTo>
                    <a:cubicBezTo>
                      <a:pt x="691798" y="790388"/>
                      <a:pt x="678480" y="768433"/>
                      <a:pt x="656525" y="760874"/>
                    </a:cubicBezTo>
                    <a:cubicBezTo>
                      <a:pt x="632770" y="752956"/>
                      <a:pt x="607215" y="760515"/>
                      <a:pt x="595338" y="781390"/>
                    </a:cubicBezTo>
                    <a:cubicBezTo>
                      <a:pt x="590298" y="790029"/>
                      <a:pt x="584899" y="791828"/>
                      <a:pt x="575542" y="791828"/>
                    </a:cubicBezTo>
                    <a:cubicBezTo>
                      <a:pt x="413215" y="791468"/>
                      <a:pt x="250888" y="791468"/>
                      <a:pt x="88201" y="791828"/>
                    </a:cubicBezTo>
                    <a:cubicBezTo>
                      <a:pt x="74164" y="791828"/>
                      <a:pt x="71645" y="787509"/>
                      <a:pt x="71645" y="774552"/>
                    </a:cubicBezTo>
                    <a:cubicBezTo>
                      <a:pt x="72005" y="586310"/>
                      <a:pt x="72005" y="398069"/>
                      <a:pt x="72005" y="210187"/>
                    </a:cubicBezTo>
                    <a:cubicBezTo>
                      <a:pt x="72005" y="205869"/>
                      <a:pt x="72005" y="201550"/>
                      <a:pt x="72005" y="197230"/>
                    </a:cubicBezTo>
                    <a:cubicBezTo>
                      <a:pt x="72005" y="194351"/>
                      <a:pt x="71645" y="191471"/>
                      <a:pt x="68405" y="190031"/>
                    </a:cubicBezTo>
                    <a:cubicBezTo>
                      <a:pt x="61927" y="186792"/>
                      <a:pt x="55358" y="187062"/>
                      <a:pt x="50409" y="189897"/>
                    </a:cubicBezTo>
                    <a:close/>
                    <a:moveTo>
                      <a:pt x="100079" y="0"/>
                    </a:moveTo>
                    <a:cubicBezTo>
                      <a:pt x="71285" y="360"/>
                      <a:pt x="42851" y="360"/>
                      <a:pt x="14057" y="0"/>
                    </a:cubicBezTo>
                    <a:cubicBezTo>
                      <a:pt x="4339" y="0"/>
                      <a:pt x="-341" y="4319"/>
                      <a:pt x="19" y="14037"/>
                    </a:cubicBezTo>
                    <a:cubicBezTo>
                      <a:pt x="379" y="41032"/>
                      <a:pt x="379" y="68386"/>
                      <a:pt x="739" y="95381"/>
                    </a:cubicBezTo>
                    <a:cubicBezTo>
                      <a:pt x="3618" y="101499"/>
                      <a:pt x="2899" y="107618"/>
                      <a:pt x="2899" y="114097"/>
                    </a:cubicBezTo>
                    <a:cubicBezTo>
                      <a:pt x="2899" y="134612"/>
                      <a:pt x="3259" y="154768"/>
                      <a:pt x="2899" y="175284"/>
                    </a:cubicBezTo>
                    <a:cubicBezTo>
                      <a:pt x="2899" y="185362"/>
                      <a:pt x="6498" y="189681"/>
                      <a:pt x="16576" y="189321"/>
                    </a:cubicBezTo>
                    <a:cubicBezTo>
                      <a:pt x="48609" y="188961"/>
                      <a:pt x="80643" y="188961"/>
                      <a:pt x="112676" y="188601"/>
                    </a:cubicBezTo>
                    <a:cubicBezTo>
                      <a:pt x="113036" y="131013"/>
                      <a:pt x="113396" y="73065"/>
                      <a:pt x="114116" y="15477"/>
                    </a:cubicBezTo>
                    <a:cubicBezTo>
                      <a:pt x="114116" y="5399"/>
                      <a:pt x="111237" y="0"/>
                      <a:pt x="100079" y="0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71F5C56A-4D65-45BB-ADFB-4902606EA2E5}"/>
                </a:ext>
              </a:extLst>
            </p:cNvPr>
            <p:cNvGrpSpPr/>
            <p:nvPr userDrawn="1"/>
          </p:nvGrpSpPr>
          <p:grpSpPr>
            <a:xfrm>
              <a:off x="548226" y="1602802"/>
              <a:ext cx="944002" cy="3757883"/>
              <a:chOff x="655230" y="1602802"/>
              <a:chExt cx="944002" cy="3757883"/>
            </a:xfrm>
            <a:grpFill/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14CFE449-955F-4128-94F3-2CACBE8BB46B}"/>
                  </a:ext>
                </a:extLst>
              </p:cNvPr>
              <p:cNvSpPr/>
              <p:nvPr userDrawn="1"/>
            </p:nvSpPr>
            <p:spPr>
              <a:xfrm flipH="1">
                <a:off x="830109" y="3005304"/>
                <a:ext cx="769123" cy="128635"/>
              </a:xfrm>
              <a:custGeom>
                <a:avLst/>
                <a:gdLst>
                  <a:gd name="connsiteX0" fmla="*/ 1409189 w 1411831"/>
                  <a:gd name="connsiteY0" fmla="*/ 73007 h 236127"/>
                  <a:gd name="connsiteX1" fmla="*/ 1238730 w 1411831"/>
                  <a:gd name="connsiteY1" fmla="*/ 45257 h 236127"/>
                  <a:gd name="connsiteX2" fmla="*/ 1212963 w 1411831"/>
                  <a:gd name="connsiteY2" fmla="*/ 55168 h 236127"/>
                  <a:gd name="connsiteX3" fmla="*/ 385775 w 1411831"/>
                  <a:gd name="connsiteY3" fmla="*/ 55168 h 236127"/>
                  <a:gd name="connsiteX4" fmla="*/ 363972 w 1411831"/>
                  <a:gd name="connsiteY4" fmla="*/ 34687 h 236127"/>
                  <a:gd name="connsiteX5" fmla="*/ 340848 w 1411831"/>
                  <a:gd name="connsiteY5" fmla="*/ 12884 h 236127"/>
                  <a:gd name="connsiteX6" fmla="*/ 190870 w 1411831"/>
                  <a:gd name="connsiteY6" fmla="*/ 12884 h 236127"/>
                  <a:gd name="connsiteX7" fmla="*/ 165103 w 1411831"/>
                  <a:gd name="connsiteY7" fmla="*/ 991 h 236127"/>
                  <a:gd name="connsiteX8" fmla="*/ 31643 w 1411831"/>
                  <a:gd name="connsiteY8" fmla="*/ 991 h 236127"/>
                  <a:gd name="connsiteX9" fmla="*/ 1251 w 1411831"/>
                  <a:gd name="connsiteY9" fmla="*/ 34026 h 236127"/>
                  <a:gd name="connsiteX10" fmla="*/ 1251 w 1411831"/>
                  <a:gd name="connsiteY10" fmla="*/ 199860 h 236127"/>
                  <a:gd name="connsiteX11" fmla="*/ 37589 w 1411831"/>
                  <a:gd name="connsiteY11" fmla="*/ 234877 h 236127"/>
                  <a:gd name="connsiteX12" fmla="*/ 160478 w 1411831"/>
                  <a:gd name="connsiteY12" fmla="*/ 234877 h 236127"/>
                  <a:gd name="connsiteX13" fmla="*/ 192192 w 1411831"/>
                  <a:gd name="connsiteY13" fmla="*/ 222984 h 236127"/>
                  <a:gd name="connsiteX14" fmla="*/ 339526 w 1411831"/>
                  <a:gd name="connsiteY14" fmla="*/ 223645 h 236127"/>
                  <a:gd name="connsiteX15" fmla="*/ 363972 w 1411831"/>
                  <a:gd name="connsiteY15" fmla="*/ 199860 h 236127"/>
                  <a:gd name="connsiteX16" fmla="*/ 363311 w 1411831"/>
                  <a:gd name="connsiteY16" fmla="*/ 151629 h 236127"/>
                  <a:gd name="connsiteX17" fmla="*/ 386435 w 1411831"/>
                  <a:gd name="connsiteY17" fmla="*/ 126523 h 236127"/>
                  <a:gd name="connsiteX18" fmla="*/ 1203053 w 1411831"/>
                  <a:gd name="connsiteY18" fmla="*/ 126523 h 236127"/>
                  <a:gd name="connsiteX19" fmla="*/ 1230802 w 1411831"/>
                  <a:gd name="connsiteY19" fmla="*/ 145022 h 236127"/>
                  <a:gd name="connsiteX20" fmla="*/ 1339817 w 1411831"/>
                  <a:gd name="connsiteY20" fmla="*/ 196556 h 236127"/>
                  <a:gd name="connsiteX21" fmla="*/ 1411832 w 1411831"/>
                  <a:gd name="connsiteY21" fmla="*/ 124541 h 236127"/>
                  <a:gd name="connsiteX22" fmla="*/ 1411832 w 1411831"/>
                  <a:gd name="connsiteY22" fmla="*/ 76310 h 236127"/>
                  <a:gd name="connsiteX23" fmla="*/ 1409189 w 1411831"/>
                  <a:gd name="connsiteY23" fmla="*/ 73007 h 23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411831" h="236127">
                    <a:moveTo>
                      <a:pt x="1409189" y="73007"/>
                    </a:moveTo>
                    <a:cubicBezTo>
                      <a:pt x="1375494" y="-8259"/>
                      <a:pt x="1294889" y="-21472"/>
                      <a:pt x="1238730" y="45257"/>
                    </a:cubicBezTo>
                    <a:cubicBezTo>
                      <a:pt x="1230802" y="54507"/>
                      <a:pt x="1222874" y="55168"/>
                      <a:pt x="1212963" y="55168"/>
                    </a:cubicBezTo>
                    <a:cubicBezTo>
                      <a:pt x="937454" y="55168"/>
                      <a:pt x="661284" y="55168"/>
                      <a:pt x="385775" y="55168"/>
                    </a:cubicBezTo>
                    <a:cubicBezTo>
                      <a:pt x="370579" y="55168"/>
                      <a:pt x="361329" y="51864"/>
                      <a:pt x="363972" y="34687"/>
                    </a:cubicBezTo>
                    <a:cubicBezTo>
                      <a:pt x="366614" y="16187"/>
                      <a:pt x="357365" y="12884"/>
                      <a:pt x="340848" y="12884"/>
                    </a:cubicBezTo>
                    <a:cubicBezTo>
                      <a:pt x="290635" y="13544"/>
                      <a:pt x="241083" y="12884"/>
                      <a:pt x="190870" y="12884"/>
                    </a:cubicBezTo>
                    <a:cubicBezTo>
                      <a:pt x="184263" y="4955"/>
                      <a:pt x="175674" y="991"/>
                      <a:pt x="165103" y="991"/>
                    </a:cubicBezTo>
                    <a:cubicBezTo>
                      <a:pt x="120837" y="-330"/>
                      <a:pt x="75909" y="-330"/>
                      <a:pt x="31643" y="991"/>
                    </a:cubicBezTo>
                    <a:cubicBezTo>
                      <a:pt x="10501" y="1652"/>
                      <a:pt x="1912" y="14205"/>
                      <a:pt x="1251" y="34026"/>
                    </a:cubicBezTo>
                    <a:cubicBezTo>
                      <a:pt x="-71" y="89524"/>
                      <a:pt x="-731" y="144362"/>
                      <a:pt x="1251" y="199860"/>
                    </a:cubicBezTo>
                    <a:cubicBezTo>
                      <a:pt x="2572" y="227609"/>
                      <a:pt x="8519" y="233555"/>
                      <a:pt x="37589" y="234877"/>
                    </a:cubicBezTo>
                    <a:cubicBezTo>
                      <a:pt x="78552" y="236859"/>
                      <a:pt x="119515" y="236198"/>
                      <a:pt x="160478" y="234877"/>
                    </a:cubicBezTo>
                    <a:cubicBezTo>
                      <a:pt x="172371" y="234877"/>
                      <a:pt x="182942" y="230913"/>
                      <a:pt x="192192" y="222984"/>
                    </a:cubicBezTo>
                    <a:cubicBezTo>
                      <a:pt x="241083" y="222984"/>
                      <a:pt x="290635" y="222323"/>
                      <a:pt x="339526" y="223645"/>
                    </a:cubicBezTo>
                    <a:cubicBezTo>
                      <a:pt x="357365" y="224306"/>
                      <a:pt x="365954" y="219681"/>
                      <a:pt x="363972" y="199860"/>
                    </a:cubicBezTo>
                    <a:cubicBezTo>
                      <a:pt x="362650" y="184003"/>
                      <a:pt x="364632" y="167486"/>
                      <a:pt x="363311" y="151629"/>
                    </a:cubicBezTo>
                    <a:cubicBezTo>
                      <a:pt x="361990" y="133791"/>
                      <a:pt x="367275" y="126523"/>
                      <a:pt x="386435" y="126523"/>
                    </a:cubicBezTo>
                    <a:cubicBezTo>
                      <a:pt x="658641" y="127184"/>
                      <a:pt x="930847" y="127184"/>
                      <a:pt x="1203053" y="126523"/>
                    </a:cubicBezTo>
                    <a:cubicBezTo>
                      <a:pt x="1218249" y="126523"/>
                      <a:pt x="1224195" y="131808"/>
                      <a:pt x="1230802" y="145022"/>
                    </a:cubicBezTo>
                    <a:cubicBezTo>
                      <a:pt x="1250623" y="187968"/>
                      <a:pt x="1292907" y="206467"/>
                      <a:pt x="1339817" y="196556"/>
                    </a:cubicBezTo>
                    <a:cubicBezTo>
                      <a:pt x="1379458" y="187968"/>
                      <a:pt x="1397957" y="158897"/>
                      <a:pt x="1411832" y="124541"/>
                    </a:cubicBezTo>
                    <a:cubicBezTo>
                      <a:pt x="1411832" y="108684"/>
                      <a:pt x="1411832" y="92167"/>
                      <a:pt x="1411832" y="76310"/>
                    </a:cubicBezTo>
                    <a:cubicBezTo>
                      <a:pt x="1411171" y="74989"/>
                      <a:pt x="1409189" y="74328"/>
                      <a:pt x="1409189" y="73007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C36CAA8C-CBDE-4BC9-ADAC-9B9B329BE1DC}"/>
                  </a:ext>
                </a:extLst>
              </p:cNvPr>
              <p:cNvSpPr/>
              <p:nvPr userDrawn="1"/>
            </p:nvSpPr>
            <p:spPr>
              <a:xfrm flipH="1">
                <a:off x="955830" y="4190397"/>
                <a:ext cx="643402" cy="634359"/>
              </a:xfrm>
              <a:custGeom>
                <a:avLst/>
                <a:gdLst>
                  <a:gd name="connsiteX0" fmla="*/ 1129160 w 1181053"/>
                  <a:gd name="connsiteY0" fmla="*/ 979148 h 1164453"/>
                  <a:gd name="connsiteX1" fmla="*/ 1108019 w 1181053"/>
                  <a:gd name="connsiteY1" fmla="*/ 942810 h 1164453"/>
                  <a:gd name="connsiteX2" fmla="*/ 1109340 w 1181053"/>
                  <a:gd name="connsiteY2" fmla="*/ 104390 h 1164453"/>
                  <a:gd name="connsiteX3" fmla="*/ 1074984 w 1181053"/>
                  <a:gd name="connsiteY3" fmla="*/ 71355 h 1164453"/>
                  <a:gd name="connsiteX4" fmla="*/ 383898 w 1181053"/>
                  <a:gd name="connsiteY4" fmla="*/ 72016 h 1164453"/>
                  <a:gd name="connsiteX5" fmla="*/ 349542 w 1181053"/>
                  <a:gd name="connsiteY5" fmla="*/ 69373 h 1164453"/>
                  <a:gd name="connsiteX6" fmla="*/ 348221 w 1181053"/>
                  <a:gd name="connsiteY6" fmla="*/ 1321 h 1164453"/>
                  <a:gd name="connsiteX7" fmla="*/ 337650 w 1181053"/>
                  <a:gd name="connsiteY7" fmla="*/ 1982 h 1164453"/>
                  <a:gd name="connsiteX8" fmla="*/ 32409 w 1181053"/>
                  <a:gd name="connsiteY8" fmla="*/ 0 h 1164453"/>
                  <a:gd name="connsiteX9" fmla="*/ 35 w 1181053"/>
                  <a:gd name="connsiteY9" fmla="*/ 30392 h 1164453"/>
                  <a:gd name="connsiteX10" fmla="*/ 35 w 1181053"/>
                  <a:gd name="connsiteY10" fmla="*/ 180369 h 1164453"/>
                  <a:gd name="connsiteX11" fmla="*/ 29766 w 1181053"/>
                  <a:gd name="connsiteY11" fmla="*/ 210101 h 1164453"/>
                  <a:gd name="connsiteX12" fmla="*/ 177101 w 1181053"/>
                  <a:gd name="connsiteY12" fmla="*/ 210101 h 1164453"/>
                  <a:gd name="connsiteX13" fmla="*/ 292062 w 1181053"/>
                  <a:gd name="connsiteY13" fmla="*/ 209440 h 1164453"/>
                  <a:gd name="connsiteX14" fmla="*/ 349542 w 1181053"/>
                  <a:gd name="connsiteY14" fmla="*/ 147996 h 1164453"/>
                  <a:gd name="connsiteX15" fmla="*/ 381256 w 1181053"/>
                  <a:gd name="connsiteY15" fmla="*/ 146014 h 1164453"/>
                  <a:gd name="connsiteX16" fmla="*/ 1021467 w 1181053"/>
                  <a:gd name="connsiteY16" fmla="*/ 145353 h 1164453"/>
                  <a:gd name="connsiteX17" fmla="*/ 1054502 w 1181053"/>
                  <a:gd name="connsiteY17" fmla="*/ 177066 h 1164453"/>
                  <a:gd name="connsiteX18" fmla="*/ 1054502 w 1181053"/>
                  <a:gd name="connsiteY18" fmla="*/ 945453 h 1164453"/>
                  <a:gd name="connsiteX19" fmla="*/ 1032699 w 1181053"/>
                  <a:gd name="connsiteY19" fmla="*/ 985755 h 1164453"/>
                  <a:gd name="connsiteX20" fmla="*/ 997022 w 1181053"/>
                  <a:gd name="connsiteY20" fmla="*/ 1102037 h 1164453"/>
                  <a:gd name="connsiteX21" fmla="*/ 1094805 w 1181053"/>
                  <a:gd name="connsiteY21" fmla="*/ 1164142 h 1164453"/>
                  <a:gd name="connsiteX22" fmla="*/ 1178712 w 1181053"/>
                  <a:gd name="connsiteY22" fmla="*/ 1090145 h 1164453"/>
                  <a:gd name="connsiteX23" fmla="*/ 1129160 w 1181053"/>
                  <a:gd name="connsiteY23" fmla="*/ 979148 h 1164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181053" h="1164453">
                    <a:moveTo>
                      <a:pt x="1129160" y="979148"/>
                    </a:moveTo>
                    <a:cubicBezTo>
                      <a:pt x="1110001" y="971220"/>
                      <a:pt x="1108019" y="959988"/>
                      <a:pt x="1108019" y="942810"/>
                    </a:cubicBezTo>
                    <a:cubicBezTo>
                      <a:pt x="1108679" y="663337"/>
                      <a:pt x="1108019" y="383863"/>
                      <a:pt x="1109340" y="104390"/>
                    </a:cubicBezTo>
                    <a:cubicBezTo>
                      <a:pt x="1109340" y="75980"/>
                      <a:pt x="1100751" y="71355"/>
                      <a:pt x="1074984" y="71355"/>
                    </a:cubicBezTo>
                    <a:cubicBezTo>
                      <a:pt x="844402" y="72676"/>
                      <a:pt x="614480" y="72016"/>
                      <a:pt x="383898" y="72016"/>
                    </a:cubicBezTo>
                    <a:cubicBezTo>
                      <a:pt x="372666" y="72016"/>
                      <a:pt x="360774" y="73998"/>
                      <a:pt x="349542" y="69373"/>
                    </a:cubicBezTo>
                    <a:cubicBezTo>
                      <a:pt x="350863" y="46909"/>
                      <a:pt x="352845" y="23785"/>
                      <a:pt x="348221" y="1321"/>
                    </a:cubicBezTo>
                    <a:cubicBezTo>
                      <a:pt x="344917" y="1321"/>
                      <a:pt x="340953" y="1982"/>
                      <a:pt x="337650" y="1982"/>
                    </a:cubicBezTo>
                    <a:cubicBezTo>
                      <a:pt x="235903" y="1321"/>
                      <a:pt x="134156" y="1321"/>
                      <a:pt x="32409" y="0"/>
                    </a:cubicBezTo>
                    <a:cubicBezTo>
                      <a:pt x="9946" y="0"/>
                      <a:pt x="-626" y="5946"/>
                      <a:pt x="35" y="30392"/>
                    </a:cubicBezTo>
                    <a:cubicBezTo>
                      <a:pt x="1357" y="80605"/>
                      <a:pt x="1357" y="130157"/>
                      <a:pt x="35" y="180369"/>
                    </a:cubicBezTo>
                    <a:cubicBezTo>
                      <a:pt x="-626" y="202173"/>
                      <a:pt x="7964" y="210761"/>
                      <a:pt x="29766" y="210101"/>
                    </a:cubicBezTo>
                    <a:cubicBezTo>
                      <a:pt x="78658" y="209440"/>
                      <a:pt x="128210" y="210101"/>
                      <a:pt x="177101" y="210101"/>
                    </a:cubicBezTo>
                    <a:cubicBezTo>
                      <a:pt x="215421" y="210101"/>
                      <a:pt x="253741" y="209440"/>
                      <a:pt x="292062" y="209440"/>
                    </a:cubicBezTo>
                    <a:cubicBezTo>
                      <a:pt x="352845" y="209440"/>
                      <a:pt x="352845" y="209440"/>
                      <a:pt x="349542" y="147996"/>
                    </a:cubicBezTo>
                    <a:cubicBezTo>
                      <a:pt x="360113" y="147335"/>
                      <a:pt x="370684" y="146014"/>
                      <a:pt x="381256" y="146014"/>
                    </a:cubicBezTo>
                    <a:cubicBezTo>
                      <a:pt x="594660" y="146014"/>
                      <a:pt x="808063" y="146674"/>
                      <a:pt x="1021467" y="145353"/>
                    </a:cubicBezTo>
                    <a:cubicBezTo>
                      <a:pt x="1046574" y="145353"/>
                      <a:pt x="1054502" y="150638"/>
                      <a:pt x="1054502" y="177066"/>
                    </a:cubicBezTo>
                    <a:cubicBezTo>
                      <a:pt x="1053181" y="433415"/>
                      <a:pt x="1053842" y="689764"/>
                      <a:pt x="1054502" y="945453"/>
                    </a:cubicBezTo>
                    <a:cubicBezTo>
                      <a:pt x="1054502" y="964613"/>
                      <a:pt x="1049877" y="975184"/>
                      <a:pt x="1032699" y="985755"/>
                    </a:cubicBezTo>
                    <a:cubicBezTo>
                      <a:pt x="995701" y="1008219"/>
                      <a:pt x="982487" y="1057771"/>
                      <a:pt x="997022" y="1102037"/>
                    </a:cubicBezTo>
                    <a:cubicBezTo>
                      <a:pt x="1010897" y="1144322"/>
                      <a:pt x="1047895" y="1167446"/>
                      <a:pt x="1094805" y="1164142"/>
                    </a:cubicBezTo>
                    <a:cubicBezTo>
                      <a:pt x="1137089" y="1161499"/>
                      <a:pt x="1170784" y="1131768"/>
                      <a:pt x="1178712" y="1090145"/>
                    </a:cubicBezTo>
                    <a:cubicBezTo>
                      <a:pt x="1187962" y="1041914"/>
                      <a:pt x="1169463" y="996326"/>
                      <a:pt x="1129160" y="979148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9FE059B7-412E-4650-8EF3-9B138089D6F0}"/>
                  </a:ext>
                </a:extLst>
              </p:cNvPr>
              <p:cNvSpPr/>
              <p:nvPr userDrawn="1"/>
            </p:nvSpPr>
            <p:spPr>
              <a:xfrm rot="16200000" flipH="1">
                <a:off x="1069293" y="1820916"/>
                <a:ext cx="748053" cy="311825"/>
              </a:xfrm>
              <a:custGeom>
                <a:avLst/>
                <a:gdLst>
                  <a:gd name="connsiteX0" fmla="*/ 99133 w 1373154"/>
                  <a:gd name="connsiteY0" fmla="*/ 196463 h 572397"/>
                  <a:gd name="connsiteX1" fmla="*/ 185023 w 1373154"/>
                  <a:gd name="connsiteY1" fmla="*/ 121805 h 572397"/>
                  <a:gd name="connsiteX2" fmla="*/ 216075 w 1373154"/>
                  <a:gd name="connsiteY2" fmla="*/ 100002 h 572397"/>
                  <a:gd name="connsiteX3" fmla="*/ 1238829 w 1373154"/>
                  <a:gd name="connsiteY3" fmla="*/ 100002 h 572397"/>
                  <a:gd name="connsiteX4" fmla="*/ 1265257 w 1373154"/>
                  <a:gd name="connsiteY4" fmla="*/ 101984 h 572397"/>
                  <a:gd name="connsiteX5" fmla="*/ 1264596 w 1373154"/>
                  <a:gd name="connsiteY5" fmla="*/ 200428 h 572397"/>
                  <a:gd name="connsiteX6" fmla="*/ 1243454 w 1373154"/>
                  <a:gd name="connsiteY6" fmla="*/ 221570 h 572397"/>
                  <a:gd name="connsiteX7" fmla="*/ 1164171 w 1373154"/>
                  <a:gd name="connsiteY7" fmla="*/ 223552 h 572397"/>
                  <a:gd name="connsiteX8" fmla="*/ 1164831 w 1373154"/>
                  <a:gd name="connsiteY8" fmla="*/ 258568 h 572397"/>
                  <a:gd name="connsiteX9" fmla="*/ 1158885 w 1373154"/>
                  <a:gd name="connsiteY9" fmla="*/ 525489 h 572397"/>
                  <a:gd name="connsiteX10" fmla="*/ 1207116 w 1373154"/>
                  <a:gd name="connsiteY10" fmla="*/ 572398 h 572397"/>
                  <a:gd name="connsiteX11" fmla="*/ 1324719 w 1373154"/>
                  <a:gd name="connsiteY11" fmla="*/ 572398 h 572397"/>
                  <a:gd name="connsiteX12" fmla="*/ 1372950 w 1373154"/>
                  <a:gd name="connsiteY12" fmla="*/ 522846 h 572397"/>
                  <a:gd name="connsiteX13" fmla="*/ 1367665 w 1373154"/>
                  <a:gd name="connsiteY13" fmla="*/ 224212 h 572397"/>
                  <a:gd name="connsiteX14" fmla="*/ 1335291 w 1373154"/>
                  <a:gd name="connsiteY14" fmla="*/ 185892 h 572397"/>
                  <a:gd name="connsiteX15" fmla="*/ 1335291 w 1373154"/>
                  <a:gd name="connsiteY15" fmla="*/ 53093 h 572397"/>
                  <a:gd name="connsiteX16" fmla="*/ 1306881 w 1373154"/>
                  <a:gd name="connsiteY16" fmla="*/ 27326 h 572397"/>
                  <a:gd name="connsiteX17" fmla="*/ 192951 w 1373154"/>
                  <a:gd name="connsiteY17" fmla="*/ 27986 h 572397"/>
                  <a:gd name="connsiteX18" fmla="*/ 143399 w 1373154"/>
                  <a:gd name="connsiteY18" fmla="*/ 14112 h 572397"/>
                  <a:gd name="connsiteX19" fmla="*/ 31081 w 1373154"/>
                  <a:gd name="connsiteY19" fmla="*/ 23362 h 572397"/>
                  <a:gd name="connsiteX20" fmla="*/ 7957 w 1373154"/>
                  <a:gd name="connsiteY20" fmla="*/ 139644 h 572397"/>
                  <a:gd name="connsiteX21" fmla="*/ 99133 w 1373154"/>
                  <a:gd name="connsiteY21" fmla="*/ 196463 h 57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73154" h="572397">
                    <a:moveTo>
                      <a:pt x="99133" y="196463"/>
                    </a:moveTo>
                    <a:cubicBezTo>
                      <a:pt x="144060" y="193160"/>
                      <a:pt x="175773" y="168053"/>
                      <a:pt x="185023" y="121805"/>
                    </a:cubicBezTo>
                    <a:cubicBezTo>
                      <a:pt x="188987" y="100663"/>
                      <a:pt x="199558" y="100002"/>
                      <a:pt x="216075" y="100002"/>
                    </a:cubicBezTo>
                    <a:cubicBezTo>
                      <a:pt x="556993" y="100002"/>
                      <a:pt x="897911" y="100002"/>
                      <a:pt x="1238829" y="100002"/>
                    </a:cubicBezTo>
                    <a:cubicBezTo>
                      <a:pt x="1247418" y="100002"/>
                      <a:pt x="1256668" y="101323"/>
                      <a:pt x="1265257" y="101984"/>
                    </a:cubicBezTo>
                    <a:cubicBezTo>
                      <a:pt x="1265257" y="135019"/>
                      <a:pt x="1263936" y="167393"/>
                      <a:pt x="1264596" y="200428"/>
                    </a:cubicBezTo>
                    <a:cubicBezTo>
                      <a:pt x="1265257" y="216945"/>
                      <a:pt x="1259311" y="221570"/>
                      <a:pt x="1243454" y="221570"/>
                    </a:cubicBezTo>
                    <a:cubicBezTo>
                      <a:pt x="1217026" y="221570"/>
                      <a:pt x="1190599" y="218266"/>
                      <a:pt x="1164171" y="223552"/>
                    </a:cubicBezTo>
                    <a:cubicBezTo>
                      <a:pt x="1164171" y="235444"/>
                      <a:pt x="1164171" y="246676"/>
                      <a:pt x="1164831" y="258568"/>
                    </a:cubicBezTo>
                    <a:cubicBezTo>
                      <a:pt x="1168796" y="347762"/>
                      <a:pt x="1156903" y="436295"/>
                      <a:pt x="1158885" y="525489"/>
                    </a:cubicBezTo>
                    <a:cubicBezTo>
                      <a:pt x="1160207" y="571737"/>
                      <a:pt x="1158885" y="572398"/>
                      <a:pt x="1207116" y="572398"/>
                    </a:cubicBezTo>
                    <a:cubicBezTo>
                      <a:pt x="1246097" y="572398"/>
                      <a:pt x="1285739" y="572398"/>
                      <a:pt x="1324719" y="572398"/>
                    </a:cubicBezTo>
                    <a:cubicBezTo>
                      <a:pt x="1372950" y="572398"/>
                      <a:pt x="1372289" y="572398"/>
                      <a:pt x="1372950" y="522846"/>
                    </a:cubicBezTo>
                    <a:cubicBezTo>
                      <a:pt x="1374932" y="423081"/>
                      <a:pt x="1361718" y="323977"/>
                      <a:pt x="1367665" y="224212"/>
                    </a:cubicBezTo>
                    <a:cubicBezTo>
                      <a:pt x="1340576" y="224873"/>
                      <a:pt x="1333969" y="212320"/>
                      <a:pt x="1335291" y="185892"/>
                    </a:cubicBezTo>
                    <a:cubicBezTo>
                      <a:pt x="1337933" y="141626"/>
                      <a:pt x="1335291" y="97359"/>
                      <a:pt x="1335291" y="53093"/>
                    </a:cubicBezTo>
                    <a:cubicBezTo>
                      <a:pt x="1342558" y="26004"/>
                      <a:pt x="1325380" y="27326"/>
                      <a:pt x="1306881" y="27326"/>
                    </a:cubicBezTo>
                    <a:cubicBezTo>
                      <a:pt x="935571" y="27326"/>
                      <a:pt x="564261" y="27326"/>
                      <a:pt x="192951" y="27986"/>
                    </a:cubicBezTo>
                    <a:cubicBezTo>
                      <a:pt x="174452" y="27986"/>
                      <a:pt x="159256" y="24683"/>
                      <a:pt x="143399" y="14112"/>
                    </a:cubicBezTo>
                    <a:cubicBezTo>
                      <a:pt x="109043" y="-8352"/>
                      <a:pt x="60812" y="-3066"/>
                      <a:pt x="31081" y="23362"/>
                    </a:cubicBezTo>
                    <a:cubicBezTo>
                      <a:pt x="1350" y="50450"/>
                      <a:pt x="-8560" y="100002"/>
                      <a:pt x="7957" y="139644"/>
                    </a:cubicBezTo>
                    <a:cubicBezTo>
                      <a:pt x="22492" y="177303"/>
                      <a:pt x="58170" y="199767"/>
                      <a:pt x="99133" y="196463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76DA1E9E-C3EF-4052-B739-AB5261881BA3}"/>
                  </a:ext>
                </a:extLst>
              </p:cNvPr>
              <p:cNvSpPr/>
              <p:nvPr userDrawn="1"/>
            </p:nvSpPr>
            <p:spPr>
              <a:xfrm rot="16200000" flipH="1">
                <a:off x="1120766" y="2289790"/>
                <a:ext cx="497194" cy="459738"/>
              </a:xfrm>
              <a:custGeom>
                <a:avLst/>
                <a:gdLst>
                  <a:gd name="connsiteX0" fmla="*/ 96662 w 912667"/>
                  <a:gd name="connsiteY0" fmla="*/ 195773 h 843913"/>
                  <a:gd name="connsiteX1" fmla="*/ 186517 w 912667"/>
                  <a:gd name="connsiteY1" fmla="*/ 119133 h 843913"/>
                  <a:gd name="connsiteX2" fmla="*/ 210302 w 912667"/>
                  <a:gd name="connsiteY2" fmla="*/ 99312 h 843913"/>
                  <a:gd name="connsiteX3" fmla="*/ 759338 w 912667"/>
                  <a:gd name="connsiteY3" fmla="*/ 99312 h 843913"/>
                  <a:gd name="connsiteX4" fmla="*/ 783123 w 912667"/>
                  <a:gd name="connsiteY4" fmla="*/ 123758 h 843913"/>
                  <a:gd name="connsiteX5" fmla="*/ 782462 w 912667"/>
                  <a:gd name="connsiteY5" fmla="*/ 434284 h 843913"/>
                  <a:gd name="connsiteX6" fmla="*/ 724321 w 912667"/>
                  <a:gd name="connsiteY6" fmla="*/ 492425 h 843913"/>
                  <a:gd name="connsiteX7" fmla="*/ 701197 w 912667"/>
                  <a:gd name="connsiteY7" fmla="*/ 517531 h 843913"/>
                  <a:gd name="connsiteX8" fmla="*/ 701197 w 912667"/>
                  <a:gd name="connsiteY8" fmla="*/ 667508 h 843913"/>
                  <a:gd name="connsiteX9" fmla="*/ 704500 w 912667"/>
                  <a:gd name="connsiteY9" fmla="*/ 665526 h 843913"/>
                  <a:gd name="connsiteX10" fmla="*/ 702518 w 912667"/>
                  <a:gd name="connsiteY10" fmla="*/ 820789 h 843913"/>
                  <a:gd name="connsiteX11" fmla="*/ 724982 w 912667"/>
                  <a:gd name="connsiteY11" fmla="*/ 843914 h 843913"/>
                  <a:gd name="connsiteX12" fmla="*/ 888173 w 912667"/>
                  <a:gd name="connsiteY12" fmla="*/ 843914 h 843913"/>
                  <a:gd name="connsiteX13" fmla="*/ 911958 w 912667"/>
                  <a:gd name="connsiteY13" fmla="*/ 819468 h 843913"/>
                  <a:gd name="connsiteX14" fmla="*/ 910637 w 912667"/>
                  <a:gd name="connsiteY14" fmla="*/ 672133 h 843913"/>
                  <a:gd name="connsiteX15" fmla="*/ 910637 w 912667"/>
                  <a:gd name="connsiteY15" fmla="*/ 672133 h 843913"/>
                  <a:gd name="connsiteX16" fmla="*/ 911958 w 912667"/>
                  <a:gd name="connsiteY16" fmla="*/ 666848 h 843913"/>
                  <a:gd name="connsiteX17" fmla="*/ 912619 w 912667"/>
                  <a:gd name="connsiteY17" fmla="*/ 522156 h 843913"/>
                  <a:gd name="connsiteX18" fmla="*/ 883548 w 912667"/>
                  <a:gd name="connsiteY18" fmla="*/ 493085 h 843913"/>
                  <a:gd name="connsiteX19" fmla="*/ 855799 w 912667"/>
                  <a:gd name="connsiteY19" fmla="*/ 464676 h 843913"/>
                  <a:gd name="connsiteX20" fmla="*/ 856460 w 912667"/>
                  <a:gd name="connsiteY20" fmla="*/ 82134 h 843913"/>
                  <a:gd name="connsiteX21" fmla="*/ 818800 w 912667"/>
                  <a:gd name="connsiteY21" fmla="*/ 45796 h 843913"/>
                  <a:gd name="connsiteX22" fmla="*/ 203034 w 912667"/>
                  <a:gd name="connsiteY22" fmla="*/ 45796 h 843913"/>
                  <a:gd name="connsiteX23" fmla="*/ 166035 w 912667"/>
                  <a:gd name="connsiteY23" fmla="*/ 31260 h 843913"/>
                  <a:gd name="connsiteX24" fmla="*/ 48432 w 912667"/>
                  <a:gd name="connsiteY24" fmla="*/ 11440 h 843913"/>
                  <a:gd name="connsiteX25" fmla="*/ 4165 w 912667"/>
                  <a:gd name="connsiteY25" fmla="*/ 127722 h 843913"/>
                  <a:gd name="connsiteX26" fmla="*/ 96662 w 912667"/>
                  <a:gd name="connsiteY26" fmla="*/ 195773 h 843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2667" h="843913">
                    <a:moveTo>
                      <a:pt x="96662" y="195773"/>
                    </a:moveTo>
                    <a:cubicBezTo>
                      <a:pt x="142911" y="194452"/>
                      <a:pt x="177267" y="166703"/>
                      <a:pt x="186517" y="119133"/>
                    </a:cubicBezTo>
                    <a:cubicBezTo>
                      <a:pt x="189820" y="102615"/>
                      <a:pt x="195766" y="99312"/>
                      <a:pt x="210302" y="99312"/>
                    </a:cubicBezTo>
                    <a:cubicBezTo>
                      <a:pt x="393314" y="99973"/>
                      <a:pt x="576326" y="99973"/>
                      <a:pt x="759338" y="99312"/>
                    </a:cubicBezTo>
                    <a:cubicBezTo>
                      <a:pt x="778498" y="99312"/>
                      <a:pt x="783123" y="105258"/>
                      <a:pt x="783123" y="123758"/>
                    </a:cubicBezTo>
                    <a:cubicBezTo>
                      <a:pt x="782462" y="227486"/>
                      <a:pt x="782462" y="330555"/>
                      <a:pt x="782462" y="434284"/>
                    </a:cubicBezTo>
                    <a:cubicBezTo>
                      <a:pt x="782462" y="491764"/>
                      <a:pt x="782462" y="492425"/>
                      <a:pt x="724321" y="492425"/>
                    </a:cubicBezTo>
                    <a:cubicBezTo>
                      <a:pt x="704500" y="492425"/>
                      <a:pt x="700536" y="499692"/>
                      <a:pt x="701197" y="517531"/>
                    </a:cubicBezTo>
                    <a:cubicBezTo>
                      <a:pt x="701858" y="567744"/>
                      <a:pt x="701197" y="617296"/>
                      <a:pt x="701197" y="667508"/>
                    </a:cubicBezTo>
                    <a:cubicBezTo>
                      <a:pt x="701858" y="666187"/>
                      <a:pt x="703179" y="665526"/>
                      <a:pt x="704500" y="665526"/>
                    </a:cubicBezTo>
                    <a:cubicBezTo>
                      <a:pt x="699876" y="717060"/>
                      <a:pt x="703179" y="768595"/>
                      <a:pt x="702518" y="820789"/>
                    </a:cubicBezTo>
                    <a:cubicBezTo>
                      <a:pt x="702518" y="835985"/>
                      <a:pt x="709125" y="843914"/>
                      <a:pt x="724982" y="843914"/>
                    </a:cubicBezTo>
                    <a:cubicBezTo>
                      <a:pt x="779159" y="843914"/>
                      <a:pt x="833996" y="843914"/>
                      <a:pt x="888173" y="843914"/>
                    </a:cubicBezTo>
                    <a:cubicBezTo>
                      <a:pt x="905351" y="843914"/>
                      <a:pt x="911958" y="835985"/>
                      <a:pt x="911958" y="819468"/>
                    </a:cubicBezTo>
                    <a:cubicBezTo>
                      <a:pt x="911298" y="770577"/>
                      <a:pt x="911298" y="721685"/>
                      <a:pt x="910637" y="672133"/>
                    </a:cubicBezTo>
                    <a:cubicBezTo>
                      <a:pt x="910637" y="672133"/>
                      <a:pt x="910637" y="672133"/>
                      <a:pt x="910637" y="672133"/>
                    </a:cubicBezTo>
                    <a:cubicBezTo>
                      <a:pt x="911298" y="670151"/>
                      <a:pt x="911298" y="668830"/>
                      <a:pt x="911958" y="666848"/>
                    </a:cubicBezTo>
                    <a:cubicBezTo>
                      <a:pt x="911958" y="618617"/>
                      <a:pt x="910637" y="570387"/>
                      <a:pt x="912619" y="522156"/>
                    </a:cubicBezTo>
                    <a:cubicBezTo>
                      <a:pt x="913280" y="499031"/>
                      <a:pt x="907333" y="488460"/>
                      <a:pt x="883548" y="493085"/>
                    </a:cubicBezTo>
                    <a:cubicBezTo>
                      <a:pt x="860424" y="497049"/>
                      <a:pt x="855799" y="486478"/>
                      <a:pt x="855799" y="464676"/>
                    </a:cubicBezTo>
                    <a:cubicBezTo>
                      <a:pt x="856460" y="337162"/>
                      <a:pt x="856460" y="209648"/>
                      <a:pt x="856460" y="82134"/>
                    </a:cubicBezTo>
                    <a:cubicBezTo>
                      <a:pt x="856460" y="39189"/>
                      <a:pt x="859763" y="45796"/>
                      <a:pt x="818800" y="45796"/>
                    </a:cubicBezTo>
                    <a:cubicBezTo>
                      <a:pt x="613325" y="45796"/>
                      <a:pt x="408510" y="45796"/>
                      <a:pt x="203034" y="45796"/>
                    </a:cubicBezTo>
                    <a:cubicBezTo>
                      <a:pt x="188499" y="45796"/>
                      <a:pt x="177267" y="44474"/>
                      <a:pt x="166035" y="31260"/>
                    </a:cubicBezTo>
                    <a:cubicBezTo>
                      <a:pt x="138286" y="-1774"/>
                      <a:pt x="86091" y="-9042"/>
                      <a:pt x="48432" y="11440"/>
                    </a:cubicBezTo>
                    <a:cubicBezTo>
                      <a:pt x="10111" y="32582"/>
                      <a:pt x="-9049" y="81473"/>
                      <a:pt x="4165" y="127722"/>
                    </a:cubicBezTo>
                    <a:cubicBezTo>
                      <a:pt x="15397" y="171327"/>
                      <a:pt x="50414" y="196434"/>
                      <a:pt x="96662" y="195773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9AE258E7-1627-4F85-BE58-CE26AE080072}"/>
                  </a:ext>
                </a:extLst>
              </p:cNvPr>
              <p:cNvSpPr/>
              <p:nvPr userDrawn="1"/>
            </p:nvSpPr>
            <p:spPr>
              <a:xfrm flipH="1">
                <a:off x="830109" y="3801796"/>
                <a:ext cx="769123" cy="128635"/>
              </a:xfrm>
              <a:custGeom>
                <a:avLst/>
                <a:gdLst>
                  <a:gd name="connsiteX0" fmla="*/ 1409189 w 1411831"/>
                  <a:gd name="connsiteY0" fmla="*/ 73007 h 236127"/>
                  <a:gd name="connsiteX1" fmla="*/ 1238730 w 1411831"/>
                  <a:gd name="connsiteY1" fmla="*/ 45257 h 236127"/>
                  <a:gd name="connsiteX2" fmla="*/ 1212963 w 1411831"/>
                  <a:gd name="connsiteY2" fmla="*/ 55168 h 236127"/>
                  <a:gd name="connsiteX3" fmla="*/ 385775 w 1411831"/>
                  <a:gd name="connsiteY3" fmla="*/ 55168 h 236127"/>
                  <a:gd name="connsiteX4" fmla="*/ 363972 w 1411831"/>
                  <a:gd name="connsiteY4" fmla="*/ 34687 h 236127"/>
                  <a:gd name="connsiteX5" fmla="*/ 340848 w 1411831"/>
                  <a:gd name="connsiteY5" fmla="*/ 12884 h 236127"/>
                  <a:gd name="connsiteX6" fmla="*/ 190870 w 1411831"/>
                  <a:gd name="connsiteY6" fmla="*/ 12884 h 236127"/>
                  <a:gd name="connsiteX7" fmla="*/ 165103 w 1411831"/>
                  <a:gd name="connsiteY7" fmla="*/ 991 h 236127"/>
                  <a:gd name="connsiteX8" fmla="*/ 31643 w 1411831"/>
                  <a:gd name="connsiteY8" fmla="*/ 991 h 236127"/>
                  <a:gd name="connsiteX9" fmla="*/ 1251 w 1411831"/>
                  <a:gd name="connsiteY9" fmla="*/ 34026 h 236127"/>
                  <a:gd name="connsiteX10" fmla="*/ 1251 w 1411831"/>
                  <a:gd name="connsiteY10" fmla="*/ 199860 h 236127"/>
                  <a:gd name="connsiteX11" fmla="*/ 37589 w 1411831"/>
                  <a:gd name="connsiteY11" fmla="*/ 234877 h 236127"/>
                  <a:gd name="connsiteX12" fmla="*/ 160478 w 1411831"/>
                  <a:gd name="connsiteY12" fmla="*/ 234877 h 236127"/>
                  <a:gd name="connsiteX13" fmla="*/ 192192 w 1411831"/>
                  <a:gd name="connsiteY13" fmla="*/ 222984 h 236127"/>
                  <a:gd name="connsiteX14" fmla="*/ 339526 w 1411831"/>
                  <a:gd name="connsiteY14" fmla="*/ 223645 h 236127"/>
                  <a:gd name="connsiteX15" fmla="*/ 363972 w 1411831"/>
                  <a:gd name="connsiteY15" fmla="*/ 199860 h 236127"/>
                  <a:gd name="connsiteX16" fmla="*/ 363311 w 1411831"/>
                  <a:gd name="connsiteY16" fmla="*/ 151629 h 236127"/>
                  <a:gd name="connsiteX17" fmla="*/ 386435 w 1411831"/>
                  <a:gd name="connsiteY17" fmla="*/ 126523 h 236127"/>
                  <a:gd name="connsiteX18" fmla="*/ 1203053 w 1411831"/>
                  <a:gd name="connsiteY18" fmla="*/ 126523 h 236127"/>
                  <a:gd name="connsiteX19" fmla="*/ 1230802 w 1411831"/>
                  <a:gd name="connsiteY19" fmla="*/ 145022 h 236127"/>
                  <a:gd name="connsiteX20" fmla="*/ 1339817 w 1411831"/>
                  <a:gd name="connsiteY20" fmla="*/ 196556 h 236127"/>
                  <a:gd name="connsiteX21" fmla="*/ 1411832 w 1411831"/>
                  <a:gd name="connsiteY21" fmla="*/ 124541 h 236127"/>
                  <a:gd name="connsiteX22" fmla="*/ 1411832 w 1411831"/>
                  <a:gd name="connsiteY22" fmla="*/ 76310 h 236127"/>
                  <a:gd name="connsiteX23" fmla="*/ 1409189 w 1411831"/>
                  <a:gd name="connsiteY23" fmla="*/ 73007 h 23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411831" h="236127">
                    <a:moveTo>
                      <a:pt x="1409189" y="73007"/>
                    </a:moveTo>
                    <a:cubicBezTo>
                      <a:pt x="1375494" y="-8259"/>
                      <a:pt x="1294889" y="-21472"/>
                      <a:pt x="1238730" y="45257"/>
                    </a:cubicBezTo>
                    <a:cubicBezTo>
                      <a:pt x="1230802" y="54507"/>
                      <a:pt x="1222874" y="55168"/>
                      <a:pt x="1212963" y="55168"/>
                    </a:cubicBezTo>
                    <a:cubicBezTo>
                      <a:pt x="937454" y="55168"/>
                      <a:pt x="661284" y="55168"/>
                      <a:pt x="385775" y="55168"/>
                    </a:cubicBezTo>
                    <a:cubicBezTo>
                      <a:pt x="370579" y="55168"/>
                      <a:pt x="361329" y="51864"/>
                      <a:pt x="363972" y="34687"/>
                    </a:cubicBezTo>
                    <a:cubicBezTo>
                      <a:pt x="366614" y="16187"/>
                      <a:pt x="357365" y="12884"/>
                      <a:pt x="340848" y="12884"/>
                    </a:cubicBezTo>
                    <a:cubicBezTo>
                      <a:pt x="290635" y="13544"/>
                      <a:pt x="241083" y="12884"/>
                      <a:pt x="190870" y="12884"/>
                    </a:cubicBezTo>
                    <a:cubicBezTo>
                      <a:pt x="184263" y="4955"/>
                      <a:pt x="175674" y="991"/>
                      <a:pt x="165103" y="991"/>
                    </a:cubicBezTo>
                    <a:cubicBezTo>
                      <a:pt x="120837" y="-330"/>
                      <a:pt x="75909" y="-330"/>
                      <a:pt x="31643" y="991"/>
                    </a:cubicBezTo>
                    <a:cubicBezTo>
                      <a:pt x="10501" y="1652"/>
                      <a:pt x="1912" y="14205"/>
                      <a:pt x="1251" y="34026"/>
                    </a:cubicBezTo>
                    <a:cubicBezTo>
                      <a:pt x="-71" y="89524"/>
                      <a:pt x="-731" y="144362"/>
                      <a:pt x="1251" y="199860"/>
                    </a:cubicBezTo>
                    <a:cubicBezTo>
                      <a:pt x="2572" y="227609"/>
                      <a:pt x="8519" y="233555"/>
                      <a:pt x="37589" y="234877"/>
                    </a:cubicBezTo>
                    <a:cubicBezTo>
                      <a:pt x="78552" y="236859"/>
                      <a:pt x="119515" y="236198"/>
                      <a:pt x="160478" y="234877"/>
                    </a:cubicBezTo>
                    <a:cubicBezTo>
                      <a:pt x="172371" y="234877"/>
                      <a:pt x="182942" y="230913"/>
                      <a:pt x="192192" y="222984"/>
                    </a:cubicBezTo>
                    <a:cubicBezTo>
                      <a:pt x="241083" y="222984"/>
                      <a:pt x="290635" y="222323"/>
                      <a:pt x="339526" y="223645"/>
                    </a:cubicBezTo>
                    <a:cubicBezTo>
                      <a:pt x="357365" y="224306"/>
                      <a:pt x="365954" y="219681"/>
                      <a:pt x="363972" y="199860"/>
                    </a:cubicBezTo>
                    <a:cubicBezTo>
                      <a:pt x="362650" y="184003"/>
                      <a:pt x="364632" y="167486"/>
                      <a:pt x="363311" y="151629"/>
                    </a:cubicBezTo>
                    <a:cubicBezTo>
                      <a:pt x="361990" y="133791"/>
                      <a:pt x="367275" y="126523"/>
                      <a:pt x="386435" y="126523"/>
                    </a:cubicBezTo>
                    <a:cubicBezTo>
                      <a:pt x="658641" y="127184"/>
                      <a:pt x="930847" y="127184"/>
                      <a:pt x="1203053" y="126523"/>
                    </a:cubicBezTo>
                    <a:cubicBezTo>
                      <a:pt x="1218249" y="126523"/>
                      <a:pt x="1224195" y="131808"/>
                      <a:pt x="1230802" y="145022"/>
                    </a:cubicBezTo>
                    <a:cubicBezTo>
                      <a:pt x="1250623" y="187968"/>
                      <a:pt x="1292907" y="206467"/>
                      <a:pt x="1339817" y="196556"/>
                    </a:cubicBezTo>
                    <a:cubicBezTo>
                      <a:pt x="1379458" y="187968"/>
                      <a:pt x="1397957" y="158897"/>
                      <a:pt x="1411832" y="124541"/>
                    </a:cubicBezTo>
                    <a:cubicBezTo>
                      <a:pt x="1411832" y="108684"/>
                      <a:pt x="1411832" y="92167"/>
                      <a:pt x="1411832" y="76310"/>
                    </a:cubicBezTo>
                    <a:cubicBezTo>
                      <a:pt x="1411171" y="74989"/>
                      <a:pt x="1409189" y="74328"/>
                      <a:pt x="1409189" y="73007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388BC822-45B5-4649-B16E-C559A55EB449}"/>
                  </a:ext>
                </a:extLst>
              </p:cNvPr>
              <p:cNvSpPr/>
              <p:nvPr userDrawn="1"/>
            </p:nvSpPr>
            <p:spPr>
              <a:xfrm rot="16200000" flipH="1">
                <a:off x="1066573" y="3025173"/>
                <a:ext cx="121315" cy="944002"/>
              </a:xfrm>
              <a:custGeom>
                <a:avLst/>
                <a:gdLst>
                  <a:gd name="connsiteX0" fmla="*/ 85722 w 222690"/>
                  <a:gd name="connsiteY0" fmla="*/ 193430 h 1732846"/>
                  <a:gd name="connsiteX1" fmla="*/ 104882 w 222690"/>
                  <a:gd name="connsiteY1" fmla="*/ 219858 h 1732846"/>
                  <a:gd name="connsiteX2" fmla="*/ 104882 w 222690"/>
                  <a:gd name="connsiteY2" fmla="*/ 860070 h 1732846"/>
                  <a:gd name="connsiteX3" fmla="*/ 105543 w 222690"/>
                  <a:gd name="connsiteY3" fmla="*/ 1355591 h 1732846"/>
                  <a:gd name="connsiteX4" fmla="*/ 80437 w 222690"/>
                  <a:gd name="connsiteY4" fmla="*/ 1382018 h 1732846"/>
                  <a:gd name="connsiteX5" fmla="*/ 13706 w 222690"/>
                  <a:gd name="connsiteY5" fmla="*/ 1384000 h 1732846"/>
                  <a:gd name="connsiteX6" fmla="*/ 14367 w 222690"/>
                  <a:gd name="connsiteY6" fmla="*/ 1416374 h 1732846"/>
                  <a:gd name="connsiteX7" fmla="*/ 8421 w 222690"/>
                  <a:gd name="connsiteY7" fmla="*/ 1685937 h 1732846"/>
                  <a:gd name="connsiteX8" fmla="*/ 56652 w 222690"/>
                  <a:gd name="connsiteY8" fmla="*/ 1732847 h 1732846"/>
                  <a:gd name="connsiteX9" fmla="*/ 174255 w 222690"/>
                  <a:gd name="connsiteY9" fmla="*/ 1732847 h 1732846"/>
                  <a:gd name="connsiteX10" fmla="*/ 222486 w 222690"/>
                  <a:gd name="connsiteY10" fmla="*/ 1683295 h 1732846"/>
                  <a:gd name="connsiteX11" fmla="*/ 217200 w 222690"/>
                  <a:gd name="connsiteY11" fmla="*/ 1384661 h 1732846"/>
                  <a:gd name="connsiteX12" fmla="*/ 196058 w 222690"/>
                  <a:gd name="connsiteY12" fmla="*/ 1382018 h 1732846"/>
                  <a:gd name="connsiteX13" fmla="*/ 158398 w 222690"/>
                  <a:gd name="connsiteY13" fmla="*/ 1343037 h 1732846"/>
                  <a:gd name="connsiteX14" fmla="*/ 158398 w 222690"/>
                  <a:gd name="connsiteY14" fmla="*/ 215233 h 1732846"/>
                  <a:gd name="connsiteX15" fmla="*/ 174916 w 222690"/>
                  <a:gd name="connsiteY15" fmla="*/ 147843 h 1732846"/>
                  <a:gd name="connsiteX16" fmla="*/ 161041 w 222690"/>
                  <a:gd name="connsiteY16" fmla="*/ 26275 h 1732846"/>
                  <a:gd name="connsiteX17" fmla="*/ 48723 w 222690"/>
                  <a:gd name="connsiteY17" fmla="*/ 9758 h 1732846"/>
                  <a:gd name="connsiteX18" fmla="*/ 1814 w 222690"/>
                  <a:gd name="connsiteY18" fmla="*/ 117451 h 1732846"/>
                  <a:gd name="connsiteX19" fmla="*/ 85722 w 222690"/>
                  <a:gd name="connsiteY19" fmla="*/ 193430 h 1732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22690" h="1732846">
                    <a:moveTo>
                      <a:pt x="85722" y="193430"/>
                    </a:moveTo>
                    <a:cubicBezTo>
                      <a:pt x="107525" y="194752"/>
                      <a:pt x="104882" y="205984"/>
                      <a:pt x="104882" y="219858"/>
                    </a:cubicBezTo>
                    <a:cubicBezTo>
                      <a:pt x="104882" y="433262"/>
                      <a:pt x="104882" y="646666"/>
                      <a:pt x="104882" y="860070"/>
                    </a:cubicBezTo>
                    <a:cubicBezTo>
                      <a:pt x="104882" y="1025244"/>
                      <a:pt x="104882" y="1190417"/>
                      <a:pt x="105543" y="1355591"/>
                    </a:cubicBezTo>
                    <a:cubicBezTo>
                      <a:pt x="105543" y="1374751"/>
                      <a:pt x="101579" y="1382679"/>
                      <a:pt x="80437" y="1382018"/>
                    </a:cubicBezTo>
                    <a:cubicBezTo>
                      <a:pt x="58634" y="1381358"/>
                      <a:pt x="36170" y="1378715"/>
                      <a:pt x="13706" y="1384000"/>
                    </a:cubicBezTo>
                    <a:cubicBezTo>
                      <a:pt x="13706" y="1394571"/>
                      <a:pt x="14367" y="1405143"/>
                      <a:pt x="14367" y="1416374"/>
                    </a:cubicBezTo>
                    <a:cubicBezTo>
                      <a:pt x="18331" y="1506229"/>
                      <a:pt x="6439" y="1596083"/>
                      <a:pt x="8421" y="1685937"/>
                    </a:cubicBezTo>
                    <a:cubicBezTo>
                      <a:pt x="9742" y="1732847"/>
                      <a:pt x="8421" y="1732847"/>
                      <a:pt x="56652" y="1732847"/>
                    </a:cubicBezTo>
                    <a:cubicBezTo>
                      <a:pt x="95633" y="1732847"/>
                      <a:pt x="135274" y="1732847"/>
                      <a:pt x="174255" y="1732847"/>
                    </a:cubicBezTo>
                    <a:cubicBezTo>
                      <a:pt x="221825" y="1732847"/>
                      <a:pt x="221164" y="1732847"/>
                      <a:pt x="222486" y="1683295"/>
                    </a:cubicBezTo>
                    <a:cubicBezTo>
                      <a:pt x="224468" y="1583530"/>
                      <a:pt x="211254" y="1484426"/>
                      <a:pt x="217200" y="1384661"/>
                    </a:cubicBezTo>
                    <a:cubicBezTo>
                      <a:pt x="209933" y="1384000"/>
                      <a:pt x="203326" y="1382018"/>
                      <a:pt x="196058" y="1382018"/>
                    </a:cubicBezTo>
                    <a:cubicBezTo>
                      <a:pt x="158398" y="1381358"/>
                      <a:pt x="158398" y="1381358"/>
                      <a:pt x="158398" y="1343037"/>
                    </a:cubicBezTo>
                    <a:cubicBezTo>
                      <a:pt x="158398" y="967103"/>
                      <a:pt x="158398" y="591168"/>
                      <a:pt x="158398" y="215233"/>
                    </a:cubicBezTo>
                    <a:cubicBezTo>
                      <a:pt x="158398" y="190788"/>
                      <a:pt x="160380" y="169645"/>
                      <a:pt x="174916" y="147843"/>
                    </a:cubicBezTo>
                    <a:cubicBezTo>
                      <a:pt x="199362" y="110844"/>
                      <a:pt x="190772" y="56667"/>
                      <a:pt x="161041" y="26275"/>
                    </a:cubicBezTo>
                    <a:cubicBezTo>
                      <a:pt x="133953" y="-814"/>
                      <a:pt x="84401" y="-8081"/>
                      <a:pt x="48723" y="9758"/>
                    </a:cubicBezTo>
                    <a:cubicBezTo>
                      <a:pt x="12385" y="28918"/>
                      <a:pt x="-6114" y="71202"/>
                      <a:pt x="1814" y="117451"/>
                    </a:cubicBezTo>
                    <a:cubicBezTo>
                      <a:pt x="9742" y="161717"/>
                      <a:pt x="39474" y="190127"/>
                      <a:pt x="85722" y="193430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F81BE720-6521-4FDD-8C3B-B24385FF18AE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9293" y="4830746"/>
                <a:ext cx="748053" cy="311825"/>
              </a:xfrm>
              <a:custGeom>
                <a:avLst/>
                <a:gdLst>
                  <a:gd name="connsiteX0" fmla="*/ 99133 w 1373154"/>
                  <a:gd name="connsiteY0" fmla="*/ 196463 h 572397"/>
                  <a:gd name="connsiteX1" fmla="*/ 185023 w 1373154"/>
                  <a:gd name="connsiteY1" fmla="*/ 121805 h 572397"/>
                  <a:gd name="connsiteX2" fmla="*/ 216075 w 1373154"/>
                  <a:gd name="connsiteY2" fmla="*/ 100002 h 572397"/>
                  <a:gd name="connsiteX3" fmla="*/ 1238829 w 1373154"/>
                  <a:gd name="connsiteY3" fmla="*/ 100002 h 572397"/>
                  <a:gd name="connsiteX4" fmla="*/ 1265257 w 1373154"/>
                  <a:gd name="connsiteY4" fmla="*/ 101984 h 572397"/>
                  <a:gd name="connsiteX5" fmla="*/ 1264596 w 1373154"/>
                  <a:gd name="connsiteY5" fmla="*/ 200428 h 572397"/>
                  <a:gd name="connsiteX6" fmla="*/ 1243454 w 1373154"/>
                  <a:gd name="connsiteY6" fmla="*/ 221570 h 572397"/>
                  <a:gd name="connsiteX7" fmla="*/ 1164171 w 1373154"/>
                  <a:gd name="connsiteY7" fmla="*/ 223552 h 572397"/>
                  <a:gd name="connsiteX8" fmla="*/ 1164831 w 1373154"/>
                  <a:gd name="connsiteY8" fmla="*/ 258568 h 572397"/>
                  <a:gd name="connsiteX9" fmla="*/ 1158885 w 1373154"/>
                  <a:gd name="connsiteY9" fmla="*/ 525489 h 572397"/>
                  <a:gd name="connsiteX10" fmla="*/ 1207116 w 1373154"/>
                  <a:gd name="connsiteY10" fmla="*/ 572398 h 572397"/>
                  <a:gd name="connsiteX11" fmla="*/ 1324719 w 1373154"/>
                  <a:gd name="connsiteY11" fmla="*/ 572398 h 572397"/>
                  <a:gd name="connsiteX12" fmla="*/ 1372950 w 1373154"/>
                  <a:gd name="connsiteY12" fmla="*/ 522846 h 572397"/>
                  <a:gd name="connsiteX13" fmla="*/ 1367665 w 1373154"/>
                  <a:gd name="connsiteY13" fmla="*/ 224212 h 572397"/>
                  <a:gd name="connsiteX14" fmla="*/ 1335291 w 1373154"/>
                  <a:gd name="connsiteY14" fmla="*/ 185892 h 572397"/>
                  <a:gd name="connsiteX15" fmla="*/ 1335291 w 1373154"/>
                  <a:gd name="connsiteY15" fmla="*/ 53093 h 572397"/>
                  <a:gd name="connsiteX16" fmla="*/ 1306881 w 1373154"/>
                  <a:gd name="connsiteY16" fmla="*/ 27326 h 572397"/>
                  <a:gd name="connsiteX17" fmla="*/ 192951 w 1373154"/>
                  <a:gd name="connsiteY17" fmla="*/ 27986 h 572397"/>
                  <a:gd name="connsiteX18" fmla="*/ 143399 w 1373154"/>
                  <a:gd name="connsiteY18" fmla="*/ 14112 h 572397"/>
                  <a:gd name="connsiteX19" fmla="*/ 31081 w 1373154"/>
                  <a:gd name="connsiteY19" fmla="*/ 23362 h 572397"/>
                  <a:gd name="connsiteX20" fmla="*/ 7957 w 1373154"/>
                  <a:gd name="connsiteY20" fmla="*/ 139644 h 572397"/>
                  <a:gd name="connsiteX21" fmla="*/ 99133 w 1373154"/>
                  <a:gd name="connsiteY21" fmla="*/ 196463 h 57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73154" h="572397">
                    <a:moveTo>
                      <a:pt x="99133" y="196463"/>
                    </a:moveTo>
                    <a:cubicBezTo>
                      <a:pt x="144060" y="193160"/>
                      <a:pt x="175773" y="168053"/>
                      <a:pt x="185023" y="121805"/>
                    </a:cubicBezTo>
                    <a:cubicBezTo>
                      <a:pt x="188987" y="100663"/>
                      <a:pt x="199558" y="100002"/>
                      <a:pt x="216075" y="100002"/>
                    </a:cubicBezTo>
                    <a:cubicBezTo>
                      <a:pt x="556993" y="100002"/>
                      <a:pt x="897911" y="100002"/>
                      <a:pt x="1238829" y="100002"/>
                    </a:cubicBezTo>
                    <a:cubicBezTo>
                      <a:pt x="1247418" y="100002"/>
                      <a:pt x="1256668" y="101323"/>
                      <a:pt x="1265257" y="101984"/>
                    </a:cubicBezTo>
                    <a:cubicBezTo>
                      <a:pt x="1265257" y="135019"/>
                      <a:pt x="1263936" y="167393"/>
                      <a:pt x="1264596" y="200428"/>
                    </a:cubicBezTo>
                    <a:cubicBezTo>
                      <a:pt x="1265257" y="216945"/>
                      <a:pt x="1259311" y="221570"/>
                      <a:pt x="1243454" y="221570"/>
                    </a:cubicBezTo>
                    <a:cubicBezTo>
                      <a:pt x="1217026" y="221570"/>
                      <a:pt x="1190599" y="218266"/>
                      <a:pt x="1164171" y="223552"/>
                    </a:cubicBezTo>
                    <a:cubicBezTo>
                      <a:pt x="1164171" y="235444"/>
                      <a:pt x="1164171" y="246676"/>
                      <a:pt x="1164831" y="258568"/>
                    </a:cubicBezTo>
                    <a:cubicBezTo>
                      <a:pt x="1168796" y="347762"/>
                      <a:pt x="1156903" y="436295"/>
                      <a:pt x="1158885" y="525489"/>
                    </a:cubicBezTo>
                    <a:cubicBezTo>
                      <a:pt x="1160207" y="571737"/>
                      <a:pt x="1158885" y="572398"/>
                      <a:pt x="1207116" y="572398"/>
                    </a:cubicBezTo>
                    <a:cubicBezTo>
                      <a:pt x="1246097" y="572398"/>
                      <a:pt x="1285739" y="572398"/>
                      <a:pt x="1324719" y="572398"/>
                    </a:cubicBezTo>
                    <a:cubicBezTo>
                      <a:pt x="1372950" y="572398"/>
                      <a:pt x="1372289" y="572398"/>
                      <a:pt x="1372950" y="522846"/>
                    </a:cubicBezTo>
                    <a:cubicBezTo>
                      <a:pt x="1374932" y="423081"/>
                      <a:pt x="1361718" y="323977"/>
                      <a:pt x="1367665" y="224212"/>
                    </a:cubicBezTo>
                    <a:cubicBezTo>
                      <a:pt x="1340576" y="224873"/>
                      <a:pt x="1333969" y="212320"/>
                      <a:pt x="1335291" y="185892"/>
                    </a:cubicBezTo>
                    <a:cubicBezTo>
                      <a:pt x="1337933" y="141626"/>
                      <a:pt x="1335291" y="97359"/>
                      <a:pt x="1335291" y="53093"/>
                    </a:cubicBezTo>
                    <a:cubicBezTo>
                      <a:pt x="1342558" y="26004"/>
                      <a:pt x="1325380" y="27326"/>
                      <a:pt x="1306881" y="27326"/>
                    </a:cubicBezTo>
                    <a:cubicBezTo>
                      <a:pt x="935571" y="27326"/>
                      <a:pt x="564261" y="27326"/>
                      <a:pt x="192951" y="27986"/>
                    </a:cubicBezTo>
                    <a:cubicBezTo>
                      <a:pt x="174452" y="27986"/>
                      <a:pt x="159256" y="24683"/>
                      <a:pt x="143399" y="14112"/>
                    </a:cubicBezTo>
                    <a:cubicBezTo>
                      <a:pt x="109043" y="-8352"/>
                      <a:pt x="60812" y="-3066"/>
                      <a:pt x="31081" y="23362"/>
                    </a:cubicBezTo>
                    <a:cubicBezTo>
                      <a:pt x="1350" y="50450"/>
                      <a:pt x="-8560" y="100002"/>
                      <a:pt x="7957" y="139644"/>
                    </a:cubicBezTo>
                    <a:cubicBezTo>
                      <a:pt x="22492" y="177303"/>
                      <a:pt x="58170" y="199767"/>
                      <a:pt x="99133" y="196463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A41B19ED-3589-4DE1-A150-B99140988B50}"/>
                </a:ext>
              </a:extLst>
            </p:cNvPr>
            <p:cNvGrpSpPr/>
            <p:nvPr userDrawn="1"/>
          </p:nvGrpSpPr>
          <p:grpSpPr>
            <a:xfrm>
              <a:off x="4782728" y="2208743"/>
              <a:ext cx="1206268" cy="3147897"/>
              <a:chOff x="4889732" y="2208743"/>
              <a:chExt cx="1206268" cy="3147897"/>
            </a:xfrm>
            <a:grpFill/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F8C970CA-0C4B-42C4-B0C7-EB4872CFDF25}"/>
                  </a:ext>
                </a:extLst>
              </p:cNvPr>
              <p:cNvSpPr/>
              <p:nvPr userDrawn="1"/>
            </p:nvSpPr>
            <p:spPr>
              <a:xfrm flipH="1">
                <a:off x="4889732" y="2408235"/>
                <a:ext cx="1206268" cy="720041"/>
              </a:xfrm>
              <a:custGeom>
                <a:avLst/>
                <a:gdLst>
                  <a:gd name="connsiteX0" fmla="*/ 1864067 w 2214270"/>
                  <a:gd name="connsiteY0" fmla="*/ 1293985 h 1321734"/>
                  <a:gd name="connsiteX1" fmla="*/ 1891816 w 2214270"/>
                  <a:gd name="connsiteY1" fmla="*/ 1319752 h 1321734"/>
                  <a:gd name="connsiteX2" fmla="*/ 2041794 w 2214270"/>
                  <a:gd name="connsiteY2" fmla="*/ 1321734 h 1321734"/>
                  <a:gd name="connsiteX3" fmla="*/ 2185825 w 2214270"/>
                  <a:gd name="connsiteY3" fmla="*/ 1321074 h 1321734"/>
                  <a:gd name="connsiteX4" fmla="*/ 2214235 w 2214270"/>
                  <a:gd name="connsiteY4" fmla="*/ 1292663 h 1321734"/>
                  <a:gd name="connsiteX5" fmla="*/ 2214235 w 2214270"/>
                  <a:gd name="connsiteY5" fmla="*/ 1135418 h 1321734"/>
                  <a:gd name="connsiteX6" fmla="*/ 2185825 w 2214270"/>
                  <a:gd name="connsiteY6" fmla="*/ 1107009 h 1321734"/>
                  <a:gd name="connsiteX7" fmla="*/ 2041794 w 2214270"/>
                  <a:gd name="connsiteY7" fmla="*/ 1106348 h 1321734"/>
                  <a:gd name="connsiteX8" fmla="*/ 1908334 w 2214270"/>
                  <a:gd name="connsiteY8" fmla="*/ 1108330 h 1321734"/>
                  <a:gd name="connsiteX9" fmla="*/ 1866049 w 2214270"/>
                  <a:gd name="connsiteY9" fmla="*/ 1150614 h 1321734"/>
                  <a:gd name="connsiteX10" fmla="*/ 1834336 w 2214270"/>
                  <a:gd name="connsiteY10" fmla="*/ 1183649 h 1321734"/>
                  <a:gd name="connsiteX11" fmla="*/ 170710 w 2214270"/>
                  <a:gd name="connsiteY11" fmla="*/ 1183649 h 1321734"/>
                  <a:gd name="connsiteX12" fmla="*/ 139657 w 2214270"/>
                  <a:gd name="connsiteY12" fmla="*/ 1153257 h 1321734"/>
                  <a:gd name="connsiteX13" fmla="*/ 139657 w 2214270"/>
                  <a:gd name="connsiteY13" fmla="*/ 213090 h 1321734"/>
                  <a:gd name="connsiteX14" fmla="*/ 157496 w 2214270"/>
                  <a:gd name="connsiteY14" fmla="*/ 172127 h 1321734"/>
                  <a:gd name="connsiteX15" fmla="*/ 179959 w 2214270"/>
                  <a:gd name="connsiteY15" fmla="*/ 53863 h 1321734"/>
                  <a:gd name="connsiteX16" fmla="*/ 86801 w 2214270"/>
                  <a:gd name="connsiteY16" fmla="*/ 347 h 1321734"/>
                  <a:gd name="connsiteX17" fmla="*/ 3554 w 2214270"/>
                  <a:gd name="connsiteY17" fmla="*/ 71702 h 1321734"/>
                  <a:gd name="connsiteX18" fmla="*/ 44517 w 2214270"/>
                  <a:gd name="connsiteY18" fmla="*/ 181377 h 1321734"/>
                  <a:gd name="connsiteX19" fmla="*/ 66981 w 2214270"/>
                  <a:gd name="connsiteY19" fmla="*/ 223661 h 1321734"/>
                  <a:gd name="connsiteX20" fmla="*/ 66320 w 2214270"/>
                  <a:gd name="connsiteY20" fmla="*/ 1222630 h 1321734"/>
                  <a:gd name="connsiteX21" fmla="*/ 100676 w 2214270"/>
                  <a:gd name="connsiteY21" fmla="*/ 1256325 h 1321734"/>
                  <a:gd name="connsiteX22" fmla="*/ 1825747 w 2214270"/>
                  <a:gd name="connsiteY22" fmla="*/ 1255665 h 1321734"/>
                  <a:gd name="connsiteX23" fmla="*/ 1864067 w 2214270"/>
                  <a:gd name="connsiteY23" fmla="*/ 1293985 h 1321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14270" h="1321734">
                    <a:moveTo>
                      <a:pt x="1864067" y="1293985"/>
                    </a:moveTo>
                    <a:cubicBezTo>
                      <a:pt x="1862746" y="1317109"/>
                      <a:pt x="1872656" y="1319752"/>
                      <a:pt x="1891816" y="1319752"/>
                    </a:cubicBezTo>
                    <a:cubicBezTo>
                      <a:pt x="1942029" y="1319752"/>
                      <a:pt x="1991581" y="1316449"/>
                      <a:pt x="2041794" y="1321734"/>
                    </a:cubicBezTo>
                    <a:cubicBezTo>
                      <a:pt x="2090024" y="1321734"/>
                      <a:pt x="2137595" y="1320413"/>
                      <a:pt x="2185825" y="1321074"/>
                    </a:cubicBezTo>
                    <a:cubicBezTo>
                      <a:pt x="2206307" y="1321074"/>
                      <a:pt x="2214235" y="1313145"/>
                      <a:pt x="2214235" y="1292663"/>
                    </a:cubicBezTo>
                    <a:cubicBezTo>
                      <a:pt x="2213574" y="1240469"/>
                      <a:pt x="2213574" y="1187613"/>
                      <a:pt x="2214235" y="1135418"/>
                    </a:cubicBezTo>
                    <a:cubicBezTo>
                      <a:pt x="2214896" y="1114276"/>
                      <a:pt x="2206307" y="1107009"/>
                      <a:pt x="2185825" y="1107009"/>
                    </a:cubicBezTo>
                    <a:cubicBezTo>
                      <a:pt x="2137595" y="1107669"/>
                      <a:pt x="2090024" y="1107009"/>
                      <a:pt x="2041794" y="1106348"/>
                    </a:cubicBezTo>
                    <a:cubicBezTo>
                      <a:pt x="1997527" y="1107009"/>
                      <a:pt x="1952600" y="1107669"/>
                      <a:pt x="1908334" y="1108330"/>
                    </a:cubicBezTo>
                    <a:cubicBezTo>
                      <a:pt x="1865389" y="1108330"/>
                      <a:pt x="1864067" y="1108330"/>
                      <a:pt x="1866049" y="1150614"/>
                    </a:cubicBezTo>
                    <a:cubicBezTo>
                      <a:pt x="1867371" y="1175721"/>
                      <a:pt x="1861425" y="1183649"/>
                      <a:pt x="1834336" y="1183649"/>
                    </a:cubicBezTo>
                    <a:cubicBezTo>
                      <a:pt x="1280014" y="1182988"/>
                      <a:pt x="725692" y="1182988"/>
                      <a:pt x="170710" y="1183649"/>
                    </a:cubicBezTo>
                    <a:cubicBezTo>
                      <a:pt x="146925" y="1183649"/>
                      <a:pt x="139657" y="1178364"/>
                      <a:pt x="139657" y="1153257"/>
                    </a:cubicBezTo>
                    <a:cubicBezTo>
                      <a:pt x="140318" y="840089"/>
                      <a:pt x="140318" y="526259"/>
                      <a:pt x="139657" y="213090"/>
                    </a:cubicBezTo>
                    <a:cubicBezTo>
                      <a:pt x="139657" y="195912"/>
                      <a:pt x="142960" y="184020"/>
                      <a:pt x="157496" y="172127"/>
                    </a:cubicBezTo>
                    <a:cubicBezTo>
                      <a:pt x="189870" y="145699"/>
                      <a:pt x="198459" y="94826"/>
                      <a:pt x="179959" y="53863"/>
                    </a:cubicBezTo>
                    <a:cubicBezTo>
                      <a:pt x="163442" y="17525"/>
                      <a:pt x="128425" y="-2957"/>
                      <a:pt x="86801" y="347"/>
                    </a:cubicBezTo>
                    <a:cubicBezTo>
                      <a:pt x="43856" y="3650"/>
                      <a:pt x="14786" y="28757"/>
                      <a:pt x="3554" y="71702"/>
                    </a:cubicBezTo>
                    <a:cubicBezTo>
                      <a:pt x="-7678" y="114647"/>
                      <a:pt x="8179" y="162217"/>
                      <a:pt x="44517" y="181377"/>
                    </a:cubicBezTo>
                    <a:cubicBezTo>
                      <a:pt x="64338" y="191948"/>
                      <a:pt x="66981" y="204501"/>
                      <a:pt x="66981" y="223661"/>
                    </a:cubicBezTo>
                    <a:cubicBezTo>
                      <a:pt x="66320" y="556651"/>
                      <a:pt x="66981" y="889641"/>
                      <a:pt x="66320" y="1222630"/>
                    </a:cubicBezTo>
                    <a:cubicBezTo>
                      <a:pt x="66320" y="1250379"/>
                      <a:pt x="73588" y="1256325"/>
                      <a:pt x="100676" y="1256325"/>
                    </a:cubicBezTo>
                    <a:cubicBezTo>
                      <a:pt x="675479" y="1255665"/>
                      <a:pt x="1250944" y="1255665"/>
                      <a:pt x="1825747" y="1255665"/>
                    </a:cubicBezTo>
                    <a:cubicBezTo>
                      <a:pt x="1864067" y="1256325"/>
                      <a:pt x="1866049" y="1256325"/>
                      <a:pt x="1864067" y="1293985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8F1CF96-44F7-4DA4-BD14-9FC77FB267D1}"/>
                  </a:ext>
                </a:extLst>
              </p:cNvPr>
              <p:cNvSpPr/>
              <p:nvPr userDrawn="1"/>
            </p:nvSpPr>
            <p:spPr>
              <a:xfrm flipH="1">
                <a:off x="4889732" y="3803842"/>
                <a:ext cx="862897" cy="590574"/>
              </a:xfrm>
              <a:custGeom>
                <a:avLst/>
                <a:gdLst>
                  <a:gd name="connsiteX0" fmla="*/ 162118 w 1583966"/>
                  <a:gd name="connsiteY0" fmla="*/ 885330 h 1084079"/>
                  <a:gd name="connsiteX1" fmla="*/ 162118 w 1583966"/>
                  <a:gd name="connsiteY1" fmla="*/ 156584 h 1084079"/>
                  <a:gd name="connsiteX2" fmla="*/ 154851 w 1583966"/>
                  <a:gd name="connsiteY2" fmla="*/ 110336 h 1084079"/>
                  <a:gd name="connsiteX3" fmla="*/ 166083 w 1583966"/>
                  <a:gd name="connsiteY3" fmla="*/ 108354 h 1084079"/>
                  <a:gd name="connsiteX4" fmla="*/ 1213282 w 1583966"/>
                  <a:gd name="connsiteY4" fmla="*/ 107693 h 1084079"/>
                  <a:gd name="connsiteX5" fmla="*/ 1235085 w 1583966"/>
                  <a:gd name="connsiteY5" fmla="*/ 130817 h 1084079"/>
                  <a:gd name="connsiteX6" fmla="*/ 1234424 w 1583966"/>
                  <a:gd name="connsiteY6" fmla="*/ 189619 h 1084079"/>
                  <a:gd name="connsiteX7" fmla="*/ 1255566 w 1583966"/>
                  <a:gd name="connsiteY7" fmla="*/ 210761 h 1084079"/>
                  <a:gd name="connsiteX8" fmla="*/ 1410829 w 1583966"/>
                  <a:gd name="connsiteY8" fmla="*/ 211422 h 1084079"/>
                  <a:gd name="connsiteX9" fmla="*/ 1555521 w 1583966"/>
                  <a:gd name="connsiteY9" fmla="*/ 210761 h 1084079"/>
                  <a:gd name="connsiteX10" fmla="*/ 1583931 w 1583966"/>
                  <a:gd name="connsiteY10" fmla="*/ 182351 h 1084079"/>
                  <a:gd name="connsiteX11" fmla="*/ 1583931 w 1583966"/>
                  <a:gd name="connsiteY11" fmla="*/ 29731 h 1084079"/>
                  <a:gd name="connsiteX12" fmla="*/ 1552878 w 1583966"/>
                  <a:gd name="connsiteY12" fmla="*/ 661 h 1084079"/>
                  <a:gd name="connsiteX13" fmla="*/ 1405544 w 1583966"/>
                  <a:gd name="connsiteY13" fmla="*/ 661 h 1084079"/>
                  <a:gd name="connsiteX14" fmla="*/ 1255566 w 1583966"/>
                  <a:gd name="connsiteY14" fmla="*/ 0 h 1084079"/>
                  <a:gd name="connsiteX15" fmla="*/ 1234424 w 1583966"/>
                  <a:gd name="connsiteY15" fmla="*/ 20481 h 1084079"/>
                  <a:gd name="connsiteX16" fmla="*/ 1200729 w 1583966"/>
                  <a:gd name="connsiteY16" fmla="*/ 53516 h 1084079"/>
                  <a:gd name="connsiteX17" fmla="*/ 158815 w 1583966"/>
                  <a:gd name="connsiteY17" fmla="*/ 52855 h 1084079"/>
                  <a:gd name="connsiteX18" fmla="*/ 89442 w 1583966"/>
                  <a:gd name="connsiteY18" fmla="*/ 122228 h 1084079"/>
                  <a:gd name="connsiteX19" fmla="*/ 89442 w 1583966"/>
                  <a:gd name="connsiteY19" fmla="*/ 861544 h 1084079"/>
                  <a:gd name="connsiteX20" fmla="*/ 66318 w 1583966"/>
                  <a:gd name="connsiteY20" fmla="*/ 893918 h 1084079"/>
                  <a:gd name="connsiteX21" fmla="*/ 17427 w 1583966"/>
                  <a:gd name="connsiteY21" fmla="*/ 928935 h 1084079"/>
                  <a:gd name="connsiteX22" fmla="*/ 31301 w 1583966"/>
                  <a:gd name="connsiteY22" fmla="*/ 1061074 h 1084079"/>
                  <a:gd name="connsiteX23" fmla="*/ 155512 w 1583966"/>
                  <a:gd name="connsiteY23" fmla="*/ 1064377 h 1084079"/>
                  <a:gd name="connsiteX24" fmla="*/ 175993 w 1583966"/>
                  <a:gd name="connsiteY24" fmla="*/ 932900 h 1084079"/>
                  <a:gd name="connsiteX25" fmla="*/ 162118 w 1583966"/>
                  <a:gd name="connsiteY25" fmla="*/ 885330 h 1084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83966" h="1084079">
                    <a:moveTo>
                      <a:pt x="162118" y="885330"/>
                    </a:moveTo>
                    <a:cubicBezTo>
                      <a:pt x="162118" y="642194"/>
                      <a:pt x="162118" y="399720"/>
                      <a:pt x="162118" y="156584"/>
                    </a:cubicBezTo>
                    <a:cubicBezTo>
                      <a:pt x="162118" y="141388"/>
                      <a:pt x="163440" y="125532"/>
                      <a:pt x="154851" y="110336"/>
                    </a:cubicBezTo>
                    <a:cubicBezTo>
                      <a:pt x="160797" y="109675"/>
                      <a:pt x="163440" y="108354"/>
                      <a:pt x="166083" y="108354"/>
                    </a:cubicBezTo>
                    <a:cubicBezTo>
                      <a:pt x="514929" y="108354"/>
                      <a:pt x="864436" y="108354"/>
                      <a:pt x="1213282" y="107693"/>
                    </a:cubicBezTo>
                    <a:cubicBezTo>
                      <a:pt x="1231782" y="107693"/>
                      <a:pt x="1235746" y="114960"/>
                      <a:pt x="1235085" y="130817"/>
                    </a:cubicBezTo>
                    <a:cubicBezTo>
                      <a:pt x="1233764" y="150638"/>
                      <a:pt x="1235746" y="170459"/>
                      <a:pt x="1234424" y="189619"/>
                    </a:cubicBezTo>
                    <a:cubicBezTo>
                      <a:pt x="1233103" y="206137"/>
                      <a:pt x="1238388" y="211422"/>
                      <a:pt x="1255566" y="210761"/>
                    </a:cubicBezTo>
                    <a:cubicBezTo>
                      <a:pt x="1307101" y="210101"/>
                      <a:pt x="1359295" y="210761"/>
                      <a:pt x="1410829" y="211422"/>
                    </a:cubicBezTo>
                    <a:cubicBezTo>
                      <a:pt x="1459060" y="211422"/>
                      <a:pt x="1507291" y="210101"/>
                      <a:pt x="1555521" y="210761"/>
                    </a:cubicBezTo>
                    <a:cubicBezTo>
                      <a:pt x="1576003" y="210761"/>
                      <a:pt x="1584592" y="203494"/>
                      <a:pt x="1583931" y="182351"/>
                    </a:cubicBezTo>
                    <a:cubicBezTo>
                      <a:pt x="1583270" y="131478"/>
                      <a:pt x="1582610" y="80605"/>
                      <a:pt x="1583931" y="29731"/>
                    </a:cubicBezTo>
                    <a:cubicBezTo>
                      <a:pt x="1584592" y="6607"/>
                      <a:pt x="1574021" y="661"/>
                      <a:pt x="1552878" y="661"/>
                    </a:cubicBezTo>
                    <a:cubicBezTo>
                      <a:pt x="1503987" y="1321"/>
                      <a:pt x="1454435" y="661"/>
                      <a:pt x="1405544" y="661"/>
                    </a:cubicBezTo>
                    <a:cubicBezTo>
                      <a:pt x="1355331" y="661"/>
                      <a:pt x="1305779" y="661"/>
                      <a:pt x="1255566" y="0"/>
                    </a:cubicBezTo>
                    <a:cubicBezTo>
                      <a:pt x="1239710" y="0"/>
                      <a:pt x="1231121" y="3964"/>
                      <a:pt x="1234424" y="20481"/>
                    </a:cubicBezTo>
                    <a:cubicBezTo>
                      <a:pt x="1240370" y="49552"/>
                      <a:pt x="1225835" y="53516"/>
                      <a:pt x="1200729" y="53516"/>
                    </a:cubicBezTo>
                    <a:cubicBezTo>
                      <a:pt x="853204" y="52855"/>
                      <a:pt x="506340" y="52855"/>
                      <a:pt x="158815" y="52855"/>
                    </a:cubicBezTo>
                    <a:cubicBezTo>
                      <a:pt x="113888" y="52855"/>
                      <a:pt x="89442" y="77301"/>
                      <a:pt x="89442" y="122228"/>
                    </a:cubicBezTo>
                    <a:cubicBezTo>
                      <a:pt x="89442" y="368667"/>
                      <a:pt x="89442" y="615106"/>
                      <a:pt x="89442" y="861544"/>
                    </a:cubicBezTo>
                    <a:cubicBezTo>
                      <a:pt x="89442" y="879383"/>
                      <a:pt x="88121" y="891276"/>
                      <a:pt x="66318" y="893918"/>
                    </a:cubicBezTo>
                    <a:cubicBezTo>
                      <a:pt x="45176" y="896561"/>
                      <a:pt x="29319" y="911096"/>
                      <a:pt x="17427" y="928935"/>
                    </a:cubicBezTo>
                    <a:cubicBezTo>
                      <a:pt x="-10323" y="970559"/>
                      <a:pt x="-4376" y="1029361"/>
                      <a:pt x="31301" y="1061074"/>
                    </a:cubicBezTo>
                    <a:cubicBezTo>
                      <a:pt x="63675" y="1090145"/>
                      <a:pt x="120495" y="1092127"/>
                      <a:pt x="155512" y="1064377"/>
                    </a:cubicBezTo>
                    <a:cubicBezTo>
                      <a:pt x="192510" y="1034646"/>
                      <a:pt x="202421" y="975845"/>
                      <a:pt x="175993" y="932900"/>
                    </a:cubicBezTo>
                    <a:cubicBezTo>
                      <a:pt x="164761" y="919025"/>
                      <a:pt x="162118" y="903168"/>
                      <a:pt x="162118" y="885330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975FF321-0579-4300-A5D4-D86907C5E8EE}"/>
                  </a:ext>
                </a:extLst>
              </p:cNvPr>
              <p:cNvSpPr/>
              <p:nvPr userDrawn="1"/>
            </p:nvSpPr>
            <p:spPr>
              <a:xfrm flipH="1">
                <a:off x="4889732" y="2618015"/>
                <a:ext cx="898091" cy="123739"/>
              </a:xfrm>
              <a:custGeom>
                <a:avLst/>
                <a:gdLst>
                  <a:gd name="connsiteX0" fmla="*/ 66839 w 1648569"/>
                  <a:gd name="connsiteY0" fmla="*/ 192784 h 227140"/>
                  <a:gd name="connsiteX1" fmla="*/ 173872 w 1648569"/>
                  <a:gd name="connsiteY1" fmla="*/ 153142 h 227140"/>
                  <a:gd name="connsiteX2" fmla="*/ 215496 w 1648569"/>
                  <a:gd name="connsiteY2" fmla="*/ 130679 h 227140"/>
                  <a:gd name="connsiteX3" fmla="*/ 1265338 w 1648569"/>
                  <a:gd name="connsiteY3" fmla="*/ 130679 h 227140"/>
                  <a:gd name="connsiteX4" fmla="*/ 1283837 w 1648569"/>
                  <a:gd name="connsiteY4" fmla="*/ 130679 h 227140"/>
                  <a:gd name="connsiteX5" fmla="*/ 1299694 w 1648569"/>
                  <a:gd name="connsiteY5" fmla="*/ 146535 h 227140"/>
                  <a:gd name="connsiteX6" fmla="*/ 1299694 w 1648569"/>
                  <a:gd name="connsiteY6" fmla="*/ 165035 h 227140"/>
                  <a:gd name="connsiteX7" fmla="*/ 1362460 w 1648569"/>
                  <a:gd name="connsiteY7" fmla="*/ 226479 h 227140"/>
                  <a:gd name="connsiteX8" fmla="*/ 1474778 w 1648569"/>
                  <a:gd name="connsiteY8" fmla="*/ 227140 h 227140"/>
                  <a:gd name="connsiteX9" fmla="*/ 1618809 w 1648569"/>
                  <a:gd name="connsiteY9" fmla="*/ 226479 h 227140"/>
                  <a:gd name="connsiteX10" fmla="*/ 1648540 w 1648569"/>
                  <a:gd name="connsiteY10" fmla="*/ 196748 h 227140"/>
                  <a:gd name="connsiteX11" fmla="*/ 1648540 w 1648569"/>
                  <a:gd name="connsiteY11" fmla="*/ 47431 h 227140"/>
                  <a:gd name="connsiteX12" fmla="*/ 1616827 w 1648569"/>
                  <a:gd name="connsiteY12" fmla="*/ 17040 h 227140"/>
                  <a:gd name="connsiteX13" fmla="*/ 1475438 w 1648569"/>
                  <a:gd name="connsiteY13" fmla="*/ 16379 h 227140"/>
                  <a:gd name="connsiteX14" fmla="*/ 1320175 w 1648569"/>
                  <a:gd name="connsiteY14" fmla="*/ 17040 h 227140"/>
                  <a:gd name="connsiteX15" fmla="*/ 1300355 w 1648569"/>
                  <a:gd name="connsiteY15" fmla="*/ 30253 h 227140"/>
                  <a:gd name="connsiteX16" fmla="*/ 1267980 w 1648569"/>
                  <a:gd name="connsiteY16" fmla="*/ 59324 h 227140"/>
                  <a:gd name="connsiteX17" fmla="*/ 212853 w 1648569"/>
                  <a:gd name="connsiteY17" fmla="*/ 59324 h 227140"/>
                  <a:gd name="connsiteX18" fmla="*/ 169908 w 1648569"/>
                  <a:gd name="connsiteY18" fmla="*/ 36860 h 227140"/>
                  <a:gd name="connsiteX19" fmla="*/ 62215 w 1648569"/>
                  <a:gd name="connsiteY19" fmla="*/ 5808 h 227140"/>
                  <a:gd name="connsiteX20" fmla="*/ 109 w 1648569"/>
                  <a:gd name="connsiteY20" fmla="*/ 102269 h 227140"/>
                  <a:gd name="connsiteX21" fmla="*/ 66839 w 1648569"/>
                  <a:gd name="connsiteY21" fmla="*/ 192784 h 227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648569" h="227140">
                    <a:moveTo>
                      <a:pt x="66839" y="192784"/>
                    </a:moveTo>
                    <a:cubicBezTo>
                      <a:pt x="109785" y="204676"/>
                      <a:pt x="154712" y="190141"/>
                      <a:pt x="173872" y="153142"/>
                    </a:cubicBezTo>
                    <a:cubicBezTo>
                      <a:pt x="184443" y="133982"/>
                      <a:pt x="196335" y="130679"/>
                      <a:pt x="215496" y="130679"/>
                    </a:cubicBezTo>
                    <a:cubicBezTo>
                      <a:pt x="565663" y="131339"/>
                      <a:pt x="915170" y="130679"/>
                      <a:pt x="1265338" y="130679"/>
                    </a:cubicBezTo>
                    <a:cubicBezTo>
                      <a:pt x="1271284" y="130679"/>
                      <a:pt x="1277891" y="131339"/>
                      <a:pt x="1283837" y="130679"/>
                    </a:cubicBezTo>
                    <a:cubicBezTo>
                      <a:pt x="1295069" y="130018"/>
                      <a:pt x="1300355" y="134643"/>
                      <a:pt x="1299694" y="146535"/>
                    </a:cubicBezTo>
                    <a:cubicBezTo>
                      <a:pt x="1299033" y="152482"/>
                      <a:pt x="1299694" y="159089"/>
                      <a:pt x="1299694" y="165035"/>
                    </a:cubicBezTo>
                    <a:cubicBezTo>
                      <a:pt x="1299694" y="226479"/>
                      <a:pt x="1299694" y="226479"/>
                      <a:pt x="1362460" y="226479"/>
                    </a:cubicBezTo>
                    <a:cubicBezTo>
                      <a:pt x="1400119" y="226479"/>
                      <a:pt x="1437118" y="227140"/>
                      <a:pt x="1474778" y="227140"/>
                    </a:cubicBezTo>
                    <a:cubicBezTo>
                      <a:pt x="1523008" y="226479"/>
                      <a:pt x="1571239" y="225819"/>
                      <a:pt x="1618809" y="226479"/>
                    </a:cubicBezTo>
                    <a:cubicBezTo>
                      <a:pt x="1641272" y="227140"/>
                      <a:pt x="1648540" y="217890"/>
                      <a:pt x="1648540" y="196748"/>
                    </a:cubicBezTo>
                    <a:cubicBezTo>
                      <a:pt x="1647879" y="147196"/>
                      <a:pt x="1647219" y="96983"/>
                      <a:pt x="1648540" y="47431"/>
                    </a:cubicBezTo>
                    <a:cubicBezTo>
                      <a:pt x="1649201" y="22986"/>
                      <a:pt x="1638630" y="17040"/>
                      <a:pt x="1616827" y="17040"/>
                    </a:cubicBezTo>
                    <a:cubicBezTo>
                      <a:pt x="1569918" y="17700"/>
                      <a:pt x="1522348" y="16379"/>
                      <a:pt x="1475438" y="16379"/>
                    </a:cubicBezTo>
                    <a:cubicBezTo>
                      <a:pt x="1423904" y="16379"/>
                      <a:pt x="1371709" y="17040"/>
                      <a:pt x="1320175" y="17040"/>
                    </a:cubicBezTo>
                    <a:cubicBezTo>
                      <a:pt x="1310926" y="17040"/>
                      <a:pt x="1297712" y="13736"/>
                      <a:pt x="1300355" y="30253"/>
                    </a:cubicBezTo>
                    <a:cubicBezTo>
                      <a:pt x="1304979" y="58002"/>
                      <a:pt x="1289123" y="59324"/>
                      <a:pt x="1267980" y="59324"/>
                    </a:cubicBezTo>
                    <a:cubicBezTo>
                      <a:pt x="916492" y="58663"/>
                      <a:pt x="564342" y="58663"/>
                      <a:pt x="212853" y="59324"/>
                    </a:cubicBezTo>
                    <a:cubicBezTo>
                      <a:pt x="193032" y="59324"/>
                      <a:pt x="181140" y="54699"/>
                      <a:pt x="169908" y="36860"/>
                    </a:cubicBezTo>
                    <a:cubicBezTo>
                      <a:pt x="148105" y="3165"/>
                      <a:pt x="102517" y="-8067"/>
                      <a:pt x="62215" y="5808"/>
                    </a:cubicBezTo>
                    <a:cubicBezTo>
                      <a:pt x="23234" y="19022"/>
                      <a:pt x="-1873" y="57342"/>
                      <a:pt x="109" y="102269"/>
                    </a:cubicBezTo>
                    <a:cubicBezTo>
                      <a:pt x="1431" y="146535"/>
                      <a:pt x="28519" y="182213"/>
                      <a:pt x="66839" y="192784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F97C3A21-57B5-4F03-B5FB-EB7FA22E9BC3}"/>
                  </a:ext>
                </a:extLst>
              </p:cNvPr>
              <p:cNvSpPr/>
              <p:nvPr userDrawn="1"/>
            </p:nvSpPr>
            <p:spPr>
              <a:xfrm rot="10800000" flipH="1">
                <a:off x="4889732" y="2208743"/>
                <a:ext cx="769123" cy="128635"/>
              </a:xfrm>
              <a:custGeom>
                <a:avLst/>
                <a:gdLst>
                  <a:gd name="connsiteX0" fmla="*/ 1409189 w 1411831"/>
                  <a:gd name="connsiteY0" fmla="*/ 73007 h 236127"/>
                  <a:gd name="connsiteX1" fmla="*/ 1238730 w 1411831"/>
                  <a:gd name="connsiteY1" fmla="*/ 45257 h 236127"/>
                  <a:gd name="connsiteX2" fmla="*/ 1212963 w 1411831"/>
                  <a:gd name="connsiteY2" fmla="*/ 55168 h 236127"/>
                  <a:gd name="connsiteX3" fmla="*/ 385775 w 1411831"/>
                  <a:gd name="connsiteY3" fmla="*/ 55168 h 236127"/>
                  <a:gd name="connsiteX4" fmla="*/ 363972 w 1411831"/>
                  <a:gd name="connsiteY4" fmla="*/ 34687 h 236127"/>
                  <a:gd name="connsiteX5" fmla="*/ 340848 w 1411831"/>
                  <a:gd name="connsiteY5" fmla="*/ 12884 h 236127"/>
                  <a:gd name="connsiteX6" fmla="*/ 190870 w 1411831"/>
                  <a:gd name="connsiteY6" fmla="*/ 12884 h 236127"/>
                  <a:gd name="connsiteX7" fmla="*/ 165103 w 1411831"/>
                  <a:gd name="connsiteY7" fmla="*/ 991 h 236127"/>
                  <a:gd name="connsiteX8" fmla="*/ 31643 w 1411831"/>
                  <a:gd name="connsiteY8" fmla="*/ 991 h 236127"/>
                  <a:gd name="connsiteX9" fmla="*/ 1251 w 1411831"/>
                  <a:gd name="connsiteY9" fmla="*/ 34026 h 236127"/>
                  <a:gd name="connsiteX10" fmla="*/ 1251 w 1411831"/>
                  <a:gd name="connsiteY10" fmla="*/ 199860 h 236127"/>
                  <a:gd name="connsiteX11" fmla="*/ 37589 w 1411831"/>
                  <a:gd name="connsiteY11" fmla="*/ 234877 h 236127"/>
                  <a:gd name="connsiteX12" fmla="*/ 160478 w 1411831"/>
                  <a:gd name="connsiteY12" fmla="*/ 234877 h 236127"/>
                  <a:gd name="connsiteX13" fmla="*/ 192192 w 1411831"/>
                  <a:gd name="connsiteY13" fmla="*/ 222984 h 236127"/>
                  <a:gd name="connsiteX14" fmla="*/ 339526 w 1411831"/>
                  <a:gd name="connsiteY14" fmla="*/ 223645 h 236127"/>
                  <a:gd name="connsiteX15" fmla="*/ 363972 w 1411831"/>
                  <a:gd name="connsiteY15" fmla="*/ 199860 h 236127"/>
                  <a:gd name="connsiteX16" fmla="*/ 363311 w 1411831"/>
                  <a:gd name="connsiteY16" fmla="*/ 151629 h 236127"/>
                  <a:gd name="connsiteX17" fmla="*/ 386435 w 1411831"/>
                  <a:gd name="connsiteY17" fmla="*/ 126523 h 236127"/>
                  <a:gd name="connsiteX18" fmla="*/ 1203053 w 1411831"/>
                  <a:gd name="connsiteY18" fmla="*/ 126523 h 236127"/>
                  <a:gd name="connsiteX19" fmla="*/ 1230802 w 1411831"/>
                  <a:gd name="connsiteY19" fmla="*/ 145022 h 236127"/>
                  <a:gd name="connsiteX20" fmla="*/ 1339817 w 1411831"/>
                  <a:gd name="connsiteY20" fmla="*/ 196556 h 236127"/>
                  <a:gd name="connsiteX21" fmla="*/ 1411832 w 1411831"/>
                  <a:gd name="connsiteY21" fmla="*/ 124541 h 236127"/>
                  <a:gd name="connsiteX22" fmla="*/ 1411832 w 1411831"/>
                  <a:gd name="connsiteY22" fmla="*/ 76310 h 236127"/>
                  <a:gd name="connsiteX23" fmla="*/ 1409189 w 1411831"/>
                  <a:gd name="connsiteY23" fmla="*/ 73007 h 23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411831" h="236127">
                    <a:moveTo>
                      <a:pt x="1409189" y="73007"/>
                    </a:moveTo>
                    <a:cubicBezTo>
                      <a:pt x="1375494" y="-8259"/>
                      <a:pt x="1294889" y="-21472"/>
                      <a:pt x="1238730" y="45257"/>
                    </a:cubicBezTo>
                    <a:cubicBezTo>
                      <a:pt x="1230802" y="54507"/>
                      <a:pt x="1222874" y="55168"/>
                      <a:pt x="1212963" y="55168"/>
                    </a:cubicBezTo>
                    <a:cubicBezTo>
                      <a:pt x="937454" y="55168"/>
                      <a:pt x="661284" y="55168"/>
                      <a:pt x="385775" y="55168"/>
                    </a:cubicBezTo>
                    <a:cubicBezTo>
                      <a:pt x="370579" y="55168"/>
                      <a:pt x="361329" y="51864"/>
                      <a:pt x="363972" y="34687"/>
                    </a:cubicBezTo>
                    <a:cubicBezTo>
                      <a:pt x="366614" y="16187"/>
                      <a:pt x="357365" y="12884"/>
                      <a:pt x="340848" y="12884"/>
                    </a:cubicBezTo>
                    <a:cubicBezTo>
                      <a:pt x="290635" y="13544"/>
                      <a:pt x="241083" y="12884"/>
                      <a:pt x="190870" y="12884"/>
                    </a:cubicBezTo>
                    <a:cubicBezTo>
                      <a:pt x="184263" y="4955"/>
                      <a:pt x="175674" y="991"/>
                      <a:pt x="165103" y="991"/>
                    </a:cubicBezTo>
                    <a:cubicBezTo>
                      <a:pt x="120837" y="-330"/>
                      <a:pt x="75909" y="-330"/>
                      <a:pt x="31643" y="991"/>
                    </a:cubicBezTo>
                    <a:cubicBezTo>
                      <a:pt x="10501" y="1652"/>
                      <a:pt x="1912" y="14205"/>
                      <a:pt x="1251" y="34026"/>
                    </a:cubicBezTo>
                    <a:cubicBezTo>
                      <a:pt x="-71" y="89524"/>
                      <a:pt x="-731" y="144362"/>
                      <a:pt x="1251" y="199860"/>
                    </a:cubicBezTo>
                    <a:cubicBezTo>
                      <a:pt x="2572" y="227609"/>
                      <a:pt x="8519" y="233555"/>
                      <a:pt x="37589" y="234877"/>
                    </a:cubicBezTo>
                    <a:cubicBezTo>
                      <a:pt x="78552" y="236859"/>
                      <a:pt x="119515" y="236198"/>
                      <a:pt x="160478" y="234877"/>
                    </a:cubicBezTo>
                    <a:cubicBezTo>
                      <a:pt x="172371" y="234877"/>
                      <a:pt x="182942" y="230913"/>
                      <a:pt x="192192" y="222984"/>
                    </a:cubicBezTo>
                    <a:cubicBezTo>
                      <a:pt x="241083" y="222984"/>
                      <a:pt x="290635" y="222323"/>
                      <a:pt x="339526" y="223645"/>
                    </a:cubicBezTo>
                    <a:cubicBezTo>
                      <a:pt x="357365" y="224306"/>
                      <a:pt x="365954" y="219681"/>
                      <a:pt x="363972" y="199860"/>
                    </a:cubicBezTo>
                    <a:cubicBezTo>
                      <a:pt x="362650" y="184003"/>
                      <a:pt x="364632" y="167486"/>
                      <a:pt x="363311" y="151629"/>
                    </a:cubicBezTo>
                    <a:cubicBezTo>
                      <a:pt x="361990" y="133791"/>
                      <a:pt x="367275" y="126523"/>
                      <a:pt x="386435" y="126523"/>
                    </a:cubicBezTo>
                    <a:cubicBezTo>
                      <a:pt x="658641" y="127184"/>
                      <a:pt x="930847" y="127184"/>
                      <a:pt x="1203053" y="126523"/>
                    </a:cubicBezTo>
                    <a:cubicBezTo>
                      <a:pt x="1218249" y="126523"/>
                      <a:pt x="1224195" y="131808"/>
                      <a:pt x="1230802" y="145022"/>
                    </a:cubicBezTo>
                    <a:cubicBezTo>
                      <a:pt x="1250623" y="187968"/>
                      <a:pt x="1292907" y="206467"/>
                      <a:pt x="1339817" y="196556"/>
                    </a:cubicBezTo>
                    <a:cubicBezTo>
                      <a:pt x="1379458" y="187968"/>
                      <a:pt x="1397957" y="158897"/>
                      <a:pt x="1411832" y="124541"/>
                    </a:cubicBezTo>
                    <a:cubicBezTo>
                      <a:pt x="1411832" y="108684"/>
                      <a:pt x="1411832" y="92167"/>
                      <a:pt x="1411832" y="76310"/>
                    </a:cubicBezTo>
                    <a:cubicBezTo>
                      <a:pt x="1411171" y="74989"/>
                      <a:pt x="1409189" y="74328"/>
                      <a:pt x="1409189" y="73007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56A5EE0E-5C86-491E-BBE5-EA1C72574F59}"/>
                  </a:ext>
                </a:extLst>
              </p:cNvPr>
              <p:cNvSpPr/>
              <p:nvPr userDrawn="1"/>
            </p:nvSpPr>
            <p:spPr>
              <a:xfrm rot="5400000" flipH="1">
                <a:off x="4671618" y="4826701"/>
                <a:ext cx="748053" cy="311825"/>
              </a:xfrm>
              <a:custGeom>
                <a:avLst/>
                <a:gdLst>
                  <a:gd name="connsiteX0" fmla="*/ 99133 w 1373154"/>
                  <a:gd name="connsiteY0" fmla="*/ 196463 h 572397"/>
                  <a:gd name="connsiteX1" fmla="*/ 185023 w 1373154"/>
                  <a:gd name="connsiteY1" fmla="*/ 121805 h 572397"/>
                  <a:gd name="connsiteX2" fmla="*/ 216075 w 1373154"/>
                  <a:gd name="connsiteY2" fmla="*/ 100002 h 572397"/>
                  <a:gd name="connsiteX3" fmla="*/ 1238829 w 1373154"/>
                  <a:gd name="connsiteY3" fmla="*/ 100002 h 572397"/>
                  <a:gd name="connsiteX4" fmla="*/ 1265257 w 1373154"/>
                  <a:gd name="connsiteY4" fmla="*/ 101984 h 572397"/>
                  <a:gd name="connsiteX5" fmla="*/ 1264596 w 1373154"/>
                  <a:gd name="connsiteY5" fmla="*/ 200428 h 572397"/>
                  <a:gd name="connsiteX6" fmla="*/ 1243454 w 1373154"/>
                  <a:gd name="connsiteY6" fmla="*/ 221570 h 572397"/>
                  <a:gd name="connsiteX7" fmla="*/ 1164171 w 1373154"/>
                  <a:gd name="connsiteY7" fmla="*/ 223552 h 572397"/>
                  <a:gd name="connsiteX8" fmla="*/ 1164831 w 1373154"/>
                  <a:gd name="connsiteY8" fmla="*/ 258568 h 572397"/>
                  <a:gd name="connsiteX9" fmla="*/ 1158885 w 1373154"/>
                  <a:gd name="connsiteY9" fmla="*/ 525489 h 572397"/>
                  <a:gd name="connsiteX10" fmla="*/ 1207116 w 1373154"/>
                  <a:gd name="connsiteY10" fmla="*/ 572398 h 572397"/>
                  <a:gd name="connsiteX11" fmla="*/ 1324719 w 1373154"/>
                  <a:gd name="connsiteY11" fmla="*/ 572398 h 572397"/>
                  <a:gd name="connsiteX12" fmla="*/ 1372950 w 1373154"/>
                  <a:gd name="connsiteY12" fmla="*/ 522846 h 572397"/>
                  <a:gd name="connsiteX13" fmla="*/ 1367665 w 1373154"/>
                  <a:gd name="connsiteY13" fmla="*/ 224212 h 572397"/>
                  <a:gd name="connsiteX14" fmla="*/ 1335291 w 1373154"/>
                  <a:gd name="connsiteY14" fmla="*/ 185892 h 572397"/>
                  <a:gd name="connsiteX15" fmla="*/ 1335291 w 1373154"/>
                  <a:gd name="connsiteY15" fmla="*/ 53093 h 572397"/>
                  <a:gd name="connsiteX16" fmla="*/ 1306881 w 1373154"/>
                  <a:gd name="connsiteY16" fmla="*/ 27326 h 572397"/>
                  <a:gd name="connsiteX17" fmla="*/ 192951 w 1373154"/>
                  <a:gd name="connsiteY17" fmla="*/ 27986 h 572397"/>
                  <a:gd name="connsiteX18" fmla="*/ 143399 w 1373154"/>
                  <a:gd name="connsiteY18" fmla="*/ 14112 h 572397"/>
                  <a:gd name="connsiteX19" fmla="*/ 31081 w 1373154"/>
                  <a:gd name="connsiteY19" fmla="*/ 23362 h 572397"/>
                  <a:gd name="connsiteX20" fmla="*/ 7957 w 1373154"/>
                  <a:gd name="connsiteY20" fmla="*/ 139644 h 572397"/>
                  <a:gd name="connsiteX21" fmla="*/ 99133 w 1373154"/>
                  <a:gd name="connsiteY21" fmla="*/ 196463 h 57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73154" h="572397">
                    <a:moveTo>
                      <a:pt x="99133" y="196463"/>
                    </a:moveTo>
                    <a:cubicBezTo>
                      <a:pt x="144060" y="193160"/>
                      <a:pt x="175773" y="168053"/>
                      <a:pt x="185023" y="121805"/>
                    </a:cubicBezTo>
                    <a:cubicBezTo>
                      <a:pt x="188987" y="100663"/>
                      <a:pt x="199558" y="100002"/>
                      <a:pt x="216075" y="100002"/>
                    </a:cubicBezTo>
                    <a:cubicBezTo>
                      <a:pt x="556993" y="100002"/>
                      <a:pt x="897911" y="100002"/>
                      <a:pt x="1238829" y="100002"/>
                    </a:cubicBezTo>
                    <a:cubicBezTo>
                      <a:pt x="1247418" y="100002"/>
                      <a:pt x="1256668" y="101323"/>
                      <a:pt x="1265257" y="101984"/>
                    </a:cubicBezTo>
                    <a:cubicBezTo>
                      <a:pt x="1265257" y="135019"/>
                      <a:pt x="1263936" y="167393"/>
                      <a:pt x="1264596" y="200428"/>
                    </a:cubicBezTo>
                    <a:cubicBezTo>
                      <a:pt x="1265257" y="216945"/>
                      <a:pt x="1259311" y="221570"/>
                      <a:pt x="1243454" y="221570"/>
                    </a:cubicBezTo>
                    <a:cubicBezTo>
                      <a:pt x="1217026" y="221570"/>
                      <a:pt x="1190599" y="218266"/>
                      <a:pt x="1164171" y="223552"/>
                    </a:cubicBezTo>
                    <a:cubicBezTo>
                      <a:pt x="1164171" y="235444"/>
                      <a:pt x="1164171" y="246676"/>
                      <a:pt x="1164831" y="258568"/>
                    </a:cubicBezTo>
                    <a:cubicBezTo>
                      <a:pt x="1168796" y="347762"/>
                      <a:pt x="1156903" y="436295"/>
                      <a:pt x="1158885" y="525489"/>
                    </a:cubicBezTo>
                    <a:cubicBezTo>
                      <a:pt x="1160207" y="571737"/>
                      <a:pt x="1158885" y="572398"/>
                      <a:pt x="1207116" y="572398"/>
                    </a:cubicBezTo>
                    <a:cubicBezTo>
                      <a:pt x="1246097" y="572398"/>
                      <a:pt x="1285739" y="572398"/>
                      <a:pt x="1324719" y="572398"/>
                    </a:cubicBezTo>
                    <a:cubicBezTo>
                      <a:pt x="1372950" y="572398"/>
                      <a:pt x="1372289" y="572398"/>
                      <a:pt x="1372950" y="522846"/>
                    </a:cubicBezTo>
                    <a:cubicBezTo>
                      <a:pt x="1374932" y="423081"/>
                      <a:pt x="1361718" y="323977"/>
                      <a:pt x="1367665" y="224212"/>
                    </a:cubicBezTo>
                    <a:cubicBezTo>
                      <a:pt x="1340576" y="224873"/>
                      <a:pt x="1333969" y="212320"/>
                      <a:pt x="1335291" y="185892"/>
                    </a:cubicBezTo>
                    <a:cubicBezTo>
                      <a:pt x="1337933" y="141626"/>
                      <a:pt x="1335291" y="97359"/>
                      <a:pt x="1335291" y="53093"/>
                    </a:cubicBezTo>
                    <a:cubicBezTo>
                      <a:pt x="1342558" y="26004"/>
                      <a:pt x="1325380" y="27326"/>
                      <a:pt x="1306881" y="27326"/>
                    </a:cubicBezTo>
                    <a:cubicBezTo>
                      <a:pt x="935571" y="27326"/>
                      <a:pt x="564261" y="27326"/>
                      <a:pt x="192951" y="27986"/>
                    </a:cubicBezTo>
                    <a:cubicBezTo>
                      <a:pt x="174452" y="27986"/>
                      <a:pt x="159256" y="24683"/>
                      <a:pt x="143399" y="14112"/>
                    </a:cubicBezTo>
                    <a:cubicBezTo>
                      <a:pt x="109043" y="-8352"/>
                      <a:pt x="60812" y="-3066"/>
                      <a:pt x="31081" y="23362"/>
                    </a:cubicBezTo>
                    <a:cubicBezTo>
                      <a:pt x="1350" y="50450"/>
                      <a:pt x="-8560" y="100002"/>
                      <a:pt x="7957" y="139644"/>
                    </a:cubicBezTo>
                    <a:cubicBezTo>
                      <a:pt x="22492" y="177303"/>
                      <a:pt x="58170" y="199767"/>
                      <a:pt x="99133" y="196463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0ED86755-4944-466C-9C5F-565B01B373F1}"/>
                  </a:ext>
                </a:extLst>
              </p:cNvPr>
              <p:cNvSpPr/>
              <p:nvPr userDrawn="1"/>
            </p:nvSpPr>
            <p:spPr>
              <a:xfrm rot="5400000" flipH="1">
                <a:off x="4871004" y="4236381"/>
                <a:ext cx="497194" cy="459738"/>
              </a:xfrm>
              <a:custGeom>
                <a:avLst/>
                <a:gdLst>
                  <a:gd name="connsiteX0" fmla="*/ 96662 w 912667"/>
                  <a:gd name="connsiteY0" fmla="*/ 195773 h 843913"/>
                  <a:gd name="connsiteX1" fmla="*/ 186517 w 912667"/>
                  <a:gd name="connsiteY1" fmla="*/ 119133 h 843913"/>
                  <a:gd name="connsiteX2" fmla="*/ 210302 w 912667"/>
                  <a:gd name="connsiteY2" fmla="*/ 99312 h 843913"/>
                  <a:gd name="connsiteX3" fmla="*/ 759338 w 912667"/>
                  <a:gd name="connsiteY3" fmla="*/ 99312 h 843913"/>
                  <a:gd name="connsiteX4" fmla="*/ 783123 w 912667"/>
                  <a:gd name="connsiteY4" fmla="*/ 123758 h 843913"/>
                  <a:gd name="connsiteX5" fmla="*/ 782462 w 912667"/>
                  <a:gd name="connsiteY5" fmla="*/ 434284 h 843913"/>
                  <a:gd name="connsiteX6" fmla="*/ 724321 w 912667"/>
                  <a:gd name="connsiteY6" fmla="*/ 492425 h 843913"/>
                  <a:gd name="connsiteX7" fmla="*/ 701197 w 912667"/>
                  <a:gd name="connsiteY7" fmla="*/ 517531 h 843913"/>
                  <a:gd name="connsiteX8" fmla="*/ 701197 w 912667"/>
                  <a:gd name="connsiteY8" fmla="*/ 667508 h 843913"/>
                  <a:gd name="connsiteX9" fmla="*/ 704500 w 912667"/>
                  <a:gd name="connsiteY9" fmla="*/ 665526 h 843913"/>
                  <a:gd name="connsiteX10" fmla="*/ 702518 w 912667"/>
                  <a:gd name="connsiteY10" fmla="*/ 820789 h 843913"/>
                  <a:gd name="connsiteX11" fmla="*/ 724982 w 912667"/>
                  <a:gd name="connsiteY11" fmla="*/ 843914 h 843913"/>
                  <a:gd name="connsiteX12" fmla="*/ 888173 w 912667"/>
                  <a:gd name="connsiteY12" fmla="*/ 843914 h 843913"/>
                  <a:gd name="connsiteX13" fmla="*/ 911958 w 912667"/>
                  <a:gd name="connsiteY13" fmla="*/ 819468 h 843913"/>
                  <a:gd name="connsiteX14" fmla="*/ 910637 w 912667"/>
                  <a:gd name="connsiteY14" fmla="*/ 672133 h 843913"/>
                  <a:gd name="connsiteX15" fmla="*/ 910637 w 912667"/>
                  <a:gd name="connsiteY15" fmla="*/ 672133 h 843913"/>
                  <a:gd name="connsiteX16" fmla="*/ 911958 w 912667"/>
                  <a:gd name="connsiteY16" fmla="*/ 666848 h 843913"/>
                  <a:gd name="connsiteX17" fmla="*/ 912619 w 912667"/>
                  <a:gd name="connsiteY17" fmla="*/ 522156 h 843913"/>
                  <a:gd name="connsiteX18" fmla="*/ 883548 w 912667"/>
                  <a:gd name="connsiteY18" fmla="*/ 493085 h 843913"/>
                  <a:gd name="connsiteX19" fmla="*/ 855799 w 912667"/>
                  <a:gd name="connsiteY19" fmla="*/ 464676 h 843913"/>
                  <a:gd name="connsiteX20" fmla="*/ 856460 w 912667"/>
                  <a:gd name="connsiteY20" fmla="*/ 82134 h 843913"/>
                  <a:gd name="connsiteX21" fmla="*/ 818800 w 912667"/>
                  <a:gd name="connsiteY21" fmla="*/ 45796 h 843913"/>
                  <a:gd name="connsiteX22" fmla="*/ 203034 w 912667"/>
                  <a:gd name="connsiteY22" fmla="*/ 45796 h 843913"/>
                  <a:gd name="connsiteX23" fmla="*/ 166035 w 912667"/>
                  <a:gd name="connsiteY23" fmla="*/ 31260 h 843913"/>
                  <a:gd name="connsiteX24" fmla="*/ 48432 w 912667"/>
                  <a:gd name="connsiteY24" fmla="*/ 11440 h 843913"/>
                  <a:gd name="connsiteX25" fmla="*/ 4165 w 912667"/>
                  <a:gd name="connsiteY25" fmla="*/ 127722 h 843913"/>
                  <a:gd name="connsiteX26" fmla="*/ 96662 w 912667"/>
                  <a:gd name="connsiteY26" fmla="*/ 195773 h 843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2667" h="843913">
                    <a:moveTo>
                      <a:pt x="96662" y="195773"/>
                    </a:moveTo>
                    <a:cubicBezTo>
                      <a:pt x="142911" y="194452"/>
                      <a:pt x="177267" y="166703"/>
                      <a:pt x="186517" y="119133"/>
                    </a:cubicBezTo>
                    <a:cubicBezTo>
                      <a:pt x="189820" y="102615"/>
                      <a:pt x="195766" y="99312"/>
                      <a:pt x="210302" y="99312"/>
                    </a:cubicBezTo>
                    <a:cubicBezTo>
                      <a:pt x="393314" y="99973"/>
                      <a:pt x="576326" y="99973"/>
                      <a:pt x="759338" y="99312"/>
                    </a:cubicBezTo>
                    <a:cubicBezTo>
                      <a:pt x="778498" y="99312"/>
                      <a:pt x="783123" y="105258"/>
                      <a:pt x="783123" y="123758"/>
                    </a:cubicBezTo>
                    <a:cubicBezTo>
                      <a:pt x="782462" y="227486"/>
                      <a:pt x="782462" y="330555"/>
                      <a:pt x="782462" y="434284"/>
                    </a:cubicBezTo>
                    <a:cubicBezTo>
                      <a:pt x="782462" y="491764"/>
                      <a:pt x="782462" y="492425"/>
                      <a:pt x="724321" y="492425"/>
                    </a:cubicBezTo>
                    <a:cubicBezTo>
                      <a:pt x="704500" y="492425"/>
                      <a:pt x="700536" y="499692"/>
                      <a:pt x="701197" y="517531"/>
                    </a:cubicBezTo>
                    <a:cubicBezTo>
                      <a:pt x="701858" y="567744"/>
                      <a:pt x="701197" y="617296"/>
                      <a:pt x="701197" y="667508"/>
                    </a:cubicBezTo>
                    <a:cubicBezTo>
                      <a:pt x="701858" y="666187"/>
                      <a:pt x="703179" y="665526"/>
                      <a:pt x="704500" y="665526"/>
                    </a:cubicBezTo>
                    <a:cubicBezTo>
                      <a:pt x="699876" y="717060"/>
                      <a:pt x="703179" y="768595"/>
                      <a:pt x="702518" y="820789"/>
                    </a:cubicBezTo>
                    <a:cubicBezTo>
                      <a:pt x="702518" y="835985"/>
                      <a:pt x="709125" y="843914"/>
                      <a:pt x="724982" y="843914"/>
                    </a:cubicBezTo>
                    <a:cubicBezTo>
                      <a:pt x="779159" y="843914"/>
                      <a:pt x="833996" y="843914"/>
                      <a:pt x="888173" y="843914"/>
                    </a:cubicBezTo>
                    <a:cubicBezTo>
                      <a:pt x="905351" y="843914"/>
                      <a:pt x="911958" y="835985"/>
                      <a:pt x="911958" y="819468"/>
                    </a:cubicBezTo>
                    <a:cubicBezTo>
                      <a:pt x="911298" y="770577"/>
                      <a:pt x="911298" y="721685"/>
                      <a:pt x="910637" y="672133"/>
                    </a:cubicBezTo>
                    <a:cubicBezTo>
                      <a:pt x="910637" y="672133"/>
                      <a:pt x="910637" y="672133"/>
                      <a:pt x="910637" y="672133"/>
                    </a:cubicBezTo>
                    <a:cubicBezTo>
                      <a:pt x="911298" y="670151"/>
                      <a:pt x="911298" y="668830"/>
                      <a:pt x="911958" y="666848"/>
                    </a:cubicBezTo>
                    <a:cubicBezTo>
                      <a:pt x="911958" y="618617"/>
                      <a:pt x="910637" y="570387"/>
                      <a:pt x="912619" y="522156"/>
                    </a:cubicBezTo>
                    <a:cubicBezTo>
                      <a:pt x="913280" y="499031"/>
                      <a:pt x="907333" y="488460"/>
                      <a:pt x="883548" y="493085"/>
                    </a:cubicBezTo>
                    <a:cubicBezTo>
                      <a:pt x="860424" y="497049"/>
                      <a:pt x="855799" y="486478"/>
                      <a:pt x="855799" y="464676"/>
                    </a:cubicBezTo>
                    <a:cubicBezTo>
                      <a:pt x="856460" y="337162"/>
                      <a:pt x="856460" y="209648"/>
                      <a:pt x="856460" y="82134"/>
                    </a:cubicBezTo>
                    <a:cubicBezTo>
                      <a:pt x="856460" y="39189"/>
                      <a:pt x="859763" y="45796"/>
                      <a:pt x="818800" y="45796"/>
                    </a:cubicBezTo>
                    <a:cubicBezTo>
                      <a:pt x="613325" y="45796"/>
                      <a:pt x="408510" y="45796"/>
                      <a:pt x="203034" y="45796"/>
                    </a:cubicBezTo>
                    <a:cubicBezTo>
                      <a:pt x="188499" y="45796"/>
                      <a:pt x="177267" y="44474"/>
                      <a:pt x="166035" y="31260"/>
                    </a:cubicBezTo>
                    <a:cubicBezTo>
                      <a:pt x="138286" y="-1774"/>
                      <a:pt x="86091" y="-9042"/>
                      <a:pt x="48432" y="11440"/>
                    </a:cubicBezTo>
                    <a:cubicBezTo>
                      <a:pt x="10111" y="32582"/>
                      <a:pt x="-9049" y="81473"/>
                      <a:pt x="4165" y="127722"/>
                    </a:cubicBezTo>
                    <a:cubicBezTo>
                      <a:pt x="15397" y="171327"/>
                      <a:pt x="50414" y="196434"/>
                      <a:pt x="96662" y="195773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E12B85CB-70EC-4332-BCC8-F3BF560859B1}"/>
                  </a:ext>
                </a:extLst>
              </p:cNvPr>
              <p:cNvSpPr/>
              <p:nvPr userDrawn="1"/>
            </p:nvSpPr>
            <p:spPr>
              <a:xfrm rot="10800000" flipH="1">
                <a:off x="4889732" y="3419093"/>
                <a:ext cx="769123" cy="128635"/>
              </a:xfrm>
              <a:custGeom>
                <a:avLst/>
                <a:gdLst>
                  <a:gd name="connsiteX0" fmla="*/ 1409189 w 1411831"/>
                  <a:gd name="connsiteY0" fmla="*/ 73007 h 236127"/>
                  <a:gd name="connsiteX1" fmla="*/ 1238730 w 1411831"/>
                  <a:gd name="connsiteY1" fmla="*/ 45257 h 236127"/>
                  <a:gd name="connsiteX2" fmla="*/ 1212963 w 1411831"/>
                  <a:gd name="connsiteY2" fmla="*/ 55168 h 236127"/>
                  <a:gd name="connsiteX3" fmla="*/ 385775 w 1411831"/>
                  <a:gd name="connsiteY3" fmla="*/ 55168 h 236127"/>
                  <a:gd name="connsiteX4" fmla="*/ 363972 w 1411831"/>
                  <a:gd name="connsiteY4" fmla="*/ 34687 h 236127"/>
                  <a:gd name="connsiteX5" fmla="*/ 340848 w 1411831"/>
                  <a:gd name="connsiteY5" fmla="*/ 12884 h 236127"/>
                  <a:gd name="connsiteX6" fmla="*/ 190870 w 1411831"/>
                  <a:gd name="connsiteY6" fmla="*/ 12884 h 236127"/>
                  <a:gd name="connsiteX7" fmla="*/ 165103 w 1411831"/>
                  <a:gd name="connsiteY7" fmla="*/ 991 h 236127"/>
                  <a:gd name="connsiteX8" fmla="*/ 31643 w 1411831"/>
                  <a:gd name="connsiteY8" fmla="*/ 991 h 236127"/>
                  <a:gd name="connsiteX9" fmla="*/ 1251 w 1411831"/>
                  <a:gd name="connsiteY9" fmla="*/ 34026 h 236127"/>
                  <a:gd name="connsiteX10" fmla="*/ 1251 w 1411831"/>
                  <a:gd name="connsiteY10" fmla="*/ 199860 h 236127"/>
                  <a:gd name="connsiteX11" fmla="*/ 37589 w 1411831"/>
                  <a:gd name="connsiteY11" fmla="*/ 234877 h 236127"/>
                  <a:gd name="connsiteX12" fmla="*/ 160478 w 1411831"/>
                  <a:gd name="connsiteY12" fmla="*/ 234877 h 236127"/>
                  <a:gd name="connsiteX13" fmla="*/ 192192 w 1411831"/>
                  <a:gd name="connsiteY13" fmla="*/ 222984 h 236127"/>
                  <a:gd name="connsiteX14" fmla="*/ 339526 w 1411831"/>
                  <a:gd name="connsiteY14" fmla="*/ 223645 h 236127"/>
                  <a:gd name="connsiteX15" fmla="*/ 363972 w 1411831"/>
                  <a:gd name="connsiteY15" fmla="*/ 199860 h 236127"/>
                  <a:gd name="connsiteX16" fmla="*/ 363311 w 1411831"/>
                  <a:gd name="connsiteY16" fmla="*/ 151629 h 236127"/>
                  <a:gd name="connsiteX17" fmla="*/ 386435 w 1411831"/>
                  <a:gd name="connsiteY17" fmla="*/ 126523 h 236127"/>
                  <a:gd name="connsiteX18" fmla="*/ 1203053 w 1411831"/>
                  <a:gd name="connsiteY18" fmla="*/ 126523 h 236127"/>
                  <a:gd name="connsiteX19" fmla="*/ 1230802 w 1411831"/>
                  <a:gd name="connsiteY19" fmla="*/ 145022 h 236127"/>
                  <a:gd name="connsiteX20" fmla="*/ 1339817 w 1411831"/>
                  <a:gd name="connsiteY20" fmla="*/ 196556 h 236127"/>
                  <a:gd name="connsiteX21" fmla="*/ 1411832 w 1411831"/>
                  <a:gd name="connsiteY21" fmla="*/ 124541 h 236127"/>
                  <a:gd name="connsiteX22" fmla="*/ 1411832 w 1411831"/>
                  <a:gd name="connsiteY22" fmla="*/ 76310 h 236127"/>
                  <a:gd name="connsiteX23" fmla="*/ 1409189 w 1411831"/>
                  <a:gd name="connsiteY23" fmla="*/ 73007 h 23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411831" h="236127">
                    <a:moveTo>
                      <a:pt x="1409189" y="73007"/>
                    </a:moveTo>
                    <a:cubicBezTo>
                      <a:pt x="1375494" y="-8259"/>
                      <a:pt x="1294889" y="-21472"/>
                      <a:pt x="1238730" y="45257"/>
                    </a:cubicBezTo>
                    <a:cubicBezTo>
                      <a:pt x="1230802" y="54507"/>
                      <a:pt x="1222874" y="55168"/>
                      <a:pt x="1212963" y="55168"/>
                    </a:cubicBezTo>
                    <a:cubicBezTo>
                      <a:pt x="937454" y="55168"/>
                      <a:pt x="661284" y="55168"/>
                      <a:pt x="385775" y="55168"/>
                    </a:cubicBezTo>
                    <a:cubicBezTo>
                      <a:pt x="370579" y="55168"/>
                      <a:pt x="361329" y="51864"/>
                      <a:pt x="363972" y="34687"/>
                    </a:cubicBezTo>
                    <a:cubicBezTo>
                      <a:pt x="366614" y="16187"/>
                      <a:pt x="357365" y="12884"/>
                      <a:pt x="340848" y="12884"/>
                    </a:cubicBezTo>
                    <a:cubicBezTo>
                      <a:pt x="290635" y="13544"/>
                      <a:pt x="241083" y="12884"/>
                      <a:pt x="190870" y="12884"/>
                    </a:cubicBezTo>
                    <a:cubicBezTo>
                      <a:pt x="184263" y="4955"/>
                      <a:pt x="175674" y="991"/>
                      <a:pt x="165103" y="991"/>
                    </a:cubicBezTo>
                    <a:cubicBezTo>
                      <a:pt x="120837" y="-330"/>
                      <a:pt x="75909" y="-330"/>
                      <a:pt x="31643" y="991"/>
                    </a:cubicBezTo>
                    <a:cubicBezTo>
                      <a:pt x="10501" y="1652"/>
                      <a:pt x="1912" y="14205"/>
                      <a:pt x="1251" y="34026"/>
                    </a:cubicBezTo>
                    <a:cubicBezTo>
                      <a:pt x="-71" y="89524"/>
                      <a:pt x="-731" y="144362"/>
                      <a:pt x="1251" y="199860"/>
                    </a:cubicBezTo>
                    <a:cubicBezTo>
                      <a:pt x="2572" y="227609"/>
                      <a:pt x="8519" y="233555"/>
                      <a:pt x="37589" y="234877"/>
                    </a:cubicBezTo>
                    <a:cubicBezTo>
                      <a:pt x="78552" y="236859"/>
                      <a:pt x="119515" y="236198"/>
                      <a:pt x="160478" y="234877"/>
                    </a:cubicBezTo>
                    <a:cubicBezTo>
                      <a:pt x="172371" y="234877"/>
                      <a:pt x="182942" y="230913"/>
                      <a:pt x="192192" y="222984"/>
                    </a:cubicBezTo>
                    <a:cubicBezTo>
                      <a:pt x="241083" y="222984"/>
                      <a:pt x="290635" y="222323"/>
                      <a:pt x="339526" y="223645"/>
                    </a:cubicBezTo>
                    <a:cubicBezTo>
                      <a:pt x="357365" y="224306"/>
                      <a:pt x="365954" y="219681"/>
                      <a:pt x="363972" y="199860"/>
                    </a:cubicBezTo>
                    <a:cubicBezTo>
                      <a:pt x="362650" y="184003"/>
                      <a:pt x="364632" y="167486"/>
                      <a:pt x="363311" y="151629"/>
                    </a:cubicBezTo>
                    <a:cubicBezTo>
                      <a:pt x="361990" y="133791"/>
                      <a:pt x="367275" y="126523"/>
                      <a:pt x="386435" y="126523"/>
                    </a:cubicBezTo>
                    <a:cubicBezTo>
                      <a:pt x="658641" y="127184"/>
                      <a:pt x="930847" y="127184"/>
                      <a:pt x="1203053" y="126523"/>
                    </a:cubicBezTo>
                    <a:cubicBezTo>
                      <a:pt x="1218249" y="126523"/>
                      <a:pt x="1224195" y="131808"/>
                      <a:pt x="1230802" y="145022"/>
                    </a:cubicBezTo>
                    <a:cubicBezTo>
                      <a:pt x="1250623" y="187968"/>
                      <a:pt x="1292907" y="206467"/>
                      <a:pt x="1339817" y="196556"/>
                    </a:cubicBezTo>
                    <a:cubicBezTo>
                      <a:pt x="1379458" y="187968"/>
                      <a:pt x="1397957" y="158897"/>
                      <a:pt x="1411832" y="124541"/>
                    </a:cubicBezTo>
                    <a:cubicBezTo>
                      <a:pt x="1411832" y="108684"/>
                      <a:pt x="1411832" y="92167"/>
                      <a:pt x="1411832" y="76310"/>
                    </a:cubicBezTo>
                    <a:cubicBezTo>
                      <a:pt x="1411171" y="74989"/>
                      <a:pt x="1409189" y="74328"/>
                      <a:pt x="1409189" y="73007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14" name="Picture Placeholder 113">
            <a:extLst>
              <a:ext uri="{FF2B5EF4-FFF2-40B4-BE49-F238E27FC236}">
                <a16:creationId xmlns:a16="http://schemas.microsoft.com/office/drawing/2014/main" id="{EB32F77A-E2C8-4CFE-A33D-776108CB371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645340" y="1997014"/>
            <a:ext cx="3017520" cy="3017520"/>
          </a:xfrm>
          <a:custGeom>
            <a:avLst/>
            <a:gdLst>
              <a:gd name="connsiteX0" fmla="*/ 162463 w 3017520"/>
              <a:gd name="connsiteY0" fmla="*/ 0 h 3017520"/>
              <a:gd name="connsiteX1" fmla="*/ 2855057 w 3017520"/>
              <a:gd name="connsiteY1" fmla="*/ 0 h 3017520"/>
              <a:gd name="connsiteX2" fmla="*/ 3017520 w 3017520"/>
              <a:gd name="connsiteY2" fmla="*/ 162463 h 3017520"/>
              <a:gd name="connsiteX3" fmla="*/ 3017520 w 3017520"/>
              <a:gd name="connsiteY3" fmla="*/ 2855057 h 3017520"/>
              <a:gd name="connsiteX4" fmla="*/ 2855057 w 3017520"/>
              <a:gd name="connsiteY4" fmla="*/ 3017520 h 3017520"/>
              <a:gd name="connsiteX5" fmla="*/ 162463 w 3017520"/>
              <a:gd name="connsiteY5" fmla="*/ 3017520 h 3017520"/>
              <a:gd name="connsiteX6" fmla="*/ 0 w 3017520"/>
              <a:gd name="connsiteY6" fmla="*/ 2855057 h 3017520"/>
              <a:gd name="connsiteX7" fmla="*/ 0 w 3017520"/>
              <a:gd name="connsiteY7" fmla="*/ 162463 h 3017520"/>
              <a:gd name="connsiteX8" fmla="*/ 162463 w 3017520"/>
              <a:gd name="connsiteY8" fmla="*/ 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7520" h="3017520">
                <a:moveTo>
                  <a:pt x="162463" y="0"/>
                </a:moveTo>
                <a:lnTo>
                  <a:pt x="2855057" y="0"/>
                </a:lnTo>
                <a:cubicBezTo>
                  <a:pt x="2944783" y="0"/>
                  <a:pt x="3017520" y="72737"/>
                  <a:pt x="3017520" y="162463"/>
                </a:cubicBezTo>
                <a:lnTo>
                  <a:pt x="3017520" y="2855057"/>
                </a:lnTo>
                <a:cubicBezTo>
                  <a:pt x="3017520" y="2944783"/>
                  <a:pt x="2944783" y="3017520"/>
                  <a:pt x="2855057" y="3017520"/>
                </a:cubicBezTo>
                <a:lnTo>
                  <a:pt x="162463" y="3017520"/>
                </a:lnTo>
                <a:cubicBezTo>
                  <a:pt x="72737" y="3017520"/>
                  <a:pt x="0" y="2944783"/>
                  <a:pt x="0" y="2855057"/>
                </a:cubicBezTo>
                <a:lnTo>
                  <a:pt x="0" y="162463"/>
                </a:lnTo>
                <a:cubicBezTo>
                  <a:pt x="0" y="72737"/>
                  <a:pt x="72737" y="0"/>
                  <a:pt x="16246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그림 개체 틀 2">
            <a:extLst>
              <a:ext uri="{FF2B5EF4-FFF2-40B4-BE49-F238E27FC236}">
                <a16:creationId xmlns:a16="http://schemas.microsoft.com/office/drawing/2014/main" id="{F4ED8358-82BF-4BDB-9FF6-4C88568C987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9218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60649BC-ADBF-454F-8CD4-164F22332A8C}"/>
              </a:ext>
            </a:extLst>
          </p:cNvPr>
          <p:cNvSpPr/>
          <p:nvPr userDrawn="1"/>
        </p:nvSpPr>
        <p:spPr>
          <a:xfrm>
            <a:off x="4019341" y="1301929"/>
            <a:ext cx="7867858" cy="5029200"/>
          </a:xfrm>
          <a:prstGeom prst="frame">
            <a:avLst>
              <a:gd name="adj1" fmla="val 9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214A0F0-2F7C-4223-B283-6A1CA913880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6370" y="709751"/>
            <a:ext cx="4296728" cy="4968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5A5E9409-B20A-489B-A759-D773202358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116183" y="2023797"/>
            <a:ext cx="4200933" cy="2624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7" r:id="rId5"/>
    <p:sldLayoutId id="2147483678" r:id="rId6"/>
    <p:sldLayoutId id="2147483680" r:id="rId7"/>
    <p:sldLayoutId id="2147483681" r:id="rId8"/>
    <p:sldLayoutId id="2147483682" r:id="rId9"/>
    <p:sldLayoutId id="2147483684" r:id="rId10"/>
    <p:sldLayoutId id="2147483686" r:id="rId11"/>
    <p:sldLayoutId id="2147483687" r:id="rId12"/>
    <p:sldLayoutId id="2147483688" r:id="rId13"/>
    <p:sldLayoutId id="2147483671" r:id="rId14"/>
    <p:sldLayoutId id="214748367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kb.cunbm.utcluj.ro/course/view.php?id=1106" TargetMode="External"/><Relationship Id="rId2" Type="http://schemas.openxmlformats.org/officeDocument/2006/relationships/hyperlink" Target="https://www.w3schools.com/python/default.asp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CristiAbraham26/ProiectSEM1-final" TargetMode="External"/><Relationship Id="rId4" Type="http://schemas.openxmlformats.org/officeDocument/2006/relationships/hyperlink" Target="https://kb.cunbm.utcluj.ro/course/view.php?id=38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B4C724-0776-4328-8F0A-B72DA1579537}"/>
              </a:ext>
            </a:extLst>
          </p:cNvPr>
          <p:cNvSpPr txBox="1"/>
          <p:nvPr/>
        </p:nvSpPr>
        <p:spPr>
          <a:xfrm>
            <a:off x="826214" y="117073"/>
            <a:ext cx="11074410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7200" dirty="0">
                <a:ln w="19050">
                  <a:solidFill>
                    <a:srgbClr val="FFFF00"/>
                  </a:solidFill>
                </a:ln>
                <a:solidFill>
                  <a:schemeClr val="bg1"/>
                </a:solidFill>
                <a:latin typeface="+mj-lt"/>
                <a:cs typeface="Arial" pitchFamily="34" charset="0"/>
              </a:rPr>
              <a:t>PROIECT PENTRU FINALUL SEMESTRULUI  </a:t>
            </a:r>
            <a:r>
              <a:rPr lang="en-GB" altLang="ko-KR" sz="7200" dirty="0">
                <a:ln w="19050">
                  <a:solidFill>
                    <a:srgbClr val="FFFF00"/>
                  </a:solidFill>
                </a:ln>
                <a:solidFill>
                  <a:schemeClr val="bg1"/>
                </a:solidFill>
                <a:latin typeface="Algerian" panose="04020705040A02060702" pitchFamily="82" charset="0"/>
                <a:cs typeface="Arial" pitchFamily="34" charset="0"/>
              </a:rPr>
              <a:t>I</a:t>
            </a:r>
            <a:endParaRPr lang="ko-KR" altLang="en-US" sz="7200" dirty="0">
              <a:ln w="19050">
                <a:solidFill>
                  <a:srgbClr val="FFFF00"/>
                </a:solidFill>
              </a:ln>
              <a:solidFill>
                <a:schemeClr val="bg1"/>
              </a:solidFill>
              <a:latin typeface="Algerian" panose="04020705040A02060702" pitchFamily="82" charset="0"/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6167FF-AD5E-41E4-8385-3024DC936CF2}"/>
              </a:ext>
            </a:extLst>
          </p:cNvPr>
          <p:cNvSpPr txBox="1"/>
          <p:nvPr/>
        </p:nvSpPr>
        <p:spPr>
          <a:xfrm>
            <a:off x="233151" y="5987828"/>
            <a:ext cx="8539913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2800" b="1" dirty="0" err="1">
                <a:solidFill>
                  <a:srgbClr val="FFFF00"/>
                </a:solidFill>
                <a:cs typeface="Arial" pitchFamily="34" charset="0"/>
              </a:rPr>
              <a:t>Disciplina</a:t>
            </a:r>
            <a:r>
              <a:rPr lang="en-GB" altLang="ko-KR" sz="2800" b="1" dirty="0">
                <a:solidFill>
                  <a:srgbClr val="FFFF00"/>
                </a:solidFill>
                <a:cs typeface="Arial" pitchFamily="34" charset="0"/>
              </a:rPr>
              <a:t>: </a:t>
            </a:r>
            <a:r>
              <a:rPr lang="en-GB" sz="2800" b="1" dirty="0" err="1">
                <a:solidFill>
                  <a:srgbClr val="FFFF00"/>
                </a:solidFill>
              </a:rPr>
              <a:t>Algoritmi</a:t>
            </a:r>
            <a:r>
              <a:rPr lang="en-GB" sz="2800" b="1" dirty="0">
                <a:solidFill>
                  <a:srgbClr val="FFFF00"/>
                </a:solidFill>
              </a:rPr>
              <a:t> </a:t>
            </a:r>
            <a:r>
              <a:rPr lang="en-GB" sz="2800" b="1" dirty="0" err="1">
                <a:solidFill>
                  <a:srgbClr val="FFFF00"/>
                </a:solidFill>
              </a:rPr>
              <a:t>Fundamentali</a:t>
            </a:r>
            <a:r>
              <a:rPr lang="en-GB" sz="2800" b="1" dirty="0">
                <a:solidFill>
                  <a:srgbClr val="FFFF00"/>
                </a:solidFill>
              </a:rPr>
              <a:t> </a:t>
            </a:r>
            <a:r>
              <a:rPr lang="en-GB" sz="2800" b="1" dirty="0" err="1">
                <a:solidFill>
                  <a:srgbClr val="FFFF00"/>
                </a:solidFill>
              </a:rPr>
              <a:t>și</a:t>
            </a:r>
            <a:r>
              <a:rPr lang="en-GB" sz="2800" b="1" dirty="0">
                <a:solidFill>
                  <a:srgbClr val="FFFF00"/>
                </a:solidFill>
              </a:rPr>
              <a:t> </a:t>
            </a:r>
            <a:r>
              <a:rPr lang="en-GB" sz="2800" b="1" dirty="0" err="1">
                <a:solidFill>
                  <a:srgbClr val="FFFF00"/>
                </a:solidFill>
              </a:rPr>
              <a:t>Structuri</a:t>
            </a:r>
            <a:r>
              <a:rPr lang="en-GB" sz="2800" b="1" dirty="0">
                <a:solidFill>
                  <a:srgbClr val="FFFF00"/>
                </a:solidFill>
              </a:rPr>
              <a:t> de Date</a:t>
            </a:r>
          </a:p>
          <a:p>
            <a:r>
              <a:rPr lang="en-GB" altLang="ko-KR" sz="2800" dirty="0">
                <a:solidFill>
                  <a:srgbClr val="FFFF00"/>
                </a:solidFill>
                <a:cs typeface="Arial" pitchFamily="34" charset="0"/>
              </a:rPr>
              <a:t> </a:t>
            </a:r>
            <a:endParaRPr lang="ko-KR" altLang="en-US" sz="2800" dirty="0">
              <a:solidFill>
                <a:srgbClr val="FFFF00"/>
              </a:solidFill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6BC0E-44B5-85B3-3C39-38E6D48E850E}"/>
              </a:ext>
            </a:extLst>
          </p:cNvPr>
          <p:cNvSpPr txBox="1"/>
          <p:nvPr/>
        </p:nvSpPr>
        <p:spPr>
          <a:xfrm>
            <a:off x="2691443" y="4996052"/>
            <a:ext cx="8057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err="1">
                <a:solidFill>
                  <a:srgbClr val="FFFF00"/>
                </a:solidFill>
              </a:rPr>
              <a:t>Realizat</a:t>
            </a:r>
            <a:r>
              <a:rPr lang="en-GB" sz="2800" b="1" dirty="0">
                <a:solidFill>
                  <a:srgbClr val="FFFF00"/>
                </a:solidFill>
              </a:rPr>
              <a:t> de </a:t>
            </a:r>
            <a:r>
              <a:rPr lang="en-GB" sz="2800" b="1" dirty="0" err="1">
                <a:solidFill>
                  <a:srgbClr val="FFFF00"/>
                </a:solidFill>
              </a:rPr>
              <a:t>studentul</a:t>
            </a:r>
            <a:r>
              <a:rPr lang="en-GB" sz="2800" b="1" dirty="0">
                <a:solidFill>
                  <a:srgbClr val="FFFF00"/>
                </a:solidFill>
              </a:rPr>
              <a:t>: ABRAHAM CRISTIAN R</a:t>
            </a:r>
            <a:r>
              <a:rPr lang="ro-RO" sz="2800" b="1" dirty="0">
                <a:solidFill>
                  <a:srgbClr val="FFFF00"/>
                </a:solidFill>
              </a:rPr>
              <a:t>ĂZVAN</a:t>
            </a:r>
            <a:endParaRPr lang="en-GB" sz="2800" b="1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BEDCA9-ABE3-976A-63CA-5AE9D83BC5BD}"/>
              </a:ext>
            </a:extLst>
          </p:cNvPr>
          <p:cNvSpPr txBox="1"/>
          <p:nvPr/>
        </p:nvSpPr>
        <p:spPr>
          <a:xfrm>
            <a:off x="4589253" y="3823574"/>
            <a:ext cx="7510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>
                <a:solidFill>
                  <a:srgbClr val="FFFF00"/>
                </a:solidFill>
              </a:rPr>
              <a:t>Profesor coord</a:t>
            </a:r>
            <a:r>
              <a:rPr lang="en-GB" sz="2800" dirty="0">
                <a:solidFill>
                  <a:srgbClr val="FFFF00"/>
                </a:solidFill>
              </a:rPr>
              <a:t>o</a:t>
            </a:r>
            <a:r>
              <a:rPr lang="ro-RO" sz="2800" dirty="0">
                <a:solidFill>
                  <a:srgbClr val="FFFF00"/>
                </a:solidFill>
              </a:rPr>
              <a:t>nator</a:t>
            </a:r>
            <a:r>
              <a:rPr lang="en-GB" sz="2800" dirty="0">
                <a:solidFill>
                  <a:srgbClr val="FFFF00"/>
                </a:solidFill>
              </a:rPr>
              <a:t>: </a:t>
            </a:r>
            <a:r>
              <a:rPr lang="ro-RO" sz="2800" dirty="0">
                <a:solidFill>
                  <a:srgbClr val="FFFF00"/>
                </a:solidFill>
              </a:rPr>
              <a:t>C</a:t>
            </a:r>
            <a:r>
              <a:rPr lang="en-GB" sz="2800" dirty="0" err="1">
                <a:solidFill>
                  <a:srgbClr val="FFFF00"/>
                </a:solidFill>
              </a:rPr>
              <a:t>onf</a:t>
            </a:r>
            <a:r>
              <a:rPr lang="en-GB" sz="2800" dirty="0">
                <a:solidFill>
                  <a:srgbClr val="FFFF00"/>
                </a:solidFill>
              </a:rPr>
              <a:t>. univ. dr.</a:t>
            </a:r>
            <a:r>
              <a:rPr lang="ro-RO" sz="2800" dirty="0">
                <a:solidFill>
                  <a:srgbClr val="FFFF00"/>
                </a:solidFill>
              </a:rPr>
              <a:t> </a:t>
            </a:r>
            <a:r>
              <a:rPr lang="en-GB" sz="2800" b="1" dirty="0">
                <a:solidFill>
                  <a:srgbClr val="FFFF00"/>
                </a:solidFill>
              </a:rPr>
              <a:t>Cosmin S</a:t>
            </a:r>
            <a:r>
              <a:rPr lang="ro-RO" sz="2800" b="1" dirty="0">
                <a:solidFill>
                  <a:srgbClr val="FFFF00"/>
                </a:solidFill>
              </a:rPr>
              <a:t>abo</a:t>
            </a:r>
            <a:endParaRPr lang="en-GB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675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77481"/>
            <a:ext cx="11573197" cy="724247"/>
          </a:xfrm>
        </p:spPr>
        <p:txBody>
          <a:bodyPr/>
          <a:lstStyle/>
          <a:p>
            <a:r>
              <a:rPr lang="en-GB" b="1" dirty="0" err="1"/>
              <a:t>Opțiunea</a:t>
            </a:r>
            <a:r>
              <a:rPr lang="en-GB" b="1" dirty="0"/>
              <a:t> C: </a:t>
            </a:r>
            <a:r>
              <a:rPr lang="en-GB" b="1" dirty="0" err="1"/>
              <a:t>Analizor</a:t>
            </a:r>
            <a:r>
              <a:rPr lang="en-GB" b="1" dirty="0"/>
              <a:t> Text</a:t>
            </a:r>
            <a:endParaRPr lang="en-US" b="1" dirty="0"/>
          </a:p>
        </p:txBody>
      </p:sp>
      <p:sp>
        <p:nvSpPr>
          <p:cNvPr id="28" name="직사각형 113">
            <a:extLst>
              <a:ext uri="{FF2B5EF4-FFF2-40B4-BE49-F238E27FC236}">
                <a16:creationId xmlns:a16="http://schemas.microsoft.com/office/drawing/2014/main" id="{C04FC9BD-F4FD-4C38-9D3E-3FF4461CB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960" y="4538614"/>
            <a:ext cx="10467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charset="0"/>
              </a:rPr>
              <a:t>2018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32" name="직사각형 113">
            <a:extLst>
              <a:ext uri="{FF2B5EF4-FFF2-40B4-BE49-F238E27FC236}">
                <a16:creationId xmlns:a16="http://schemas.microsoft.com/office/drawing/2014/main" id="{FE290418-5AB1-4B01-8785-FE7B53165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905" y="2017628"/>
            <a:ext cx="10467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charset="0"/>
              </a:rPr>
              <a:t>2016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33" name="직사각형 113">
            <a:extLst>
              <a:ext uri="{FF2B5EF4-FFF2-40B4-BE49-F238E27FC236}">
                <a16:creationId xmlns:a16="http://schemas.microsoft.com/office/drawing/2014/main" id="{4D61E6E0-3279-45FD-A4BE-5BB4F696A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850" y="2017628"/>
            <a:ext cx="10467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charset="0"/>
              </a:rPr>
              <a:t>2015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4E5B45B-0ED0-4110-86D0-8E142858C50A}"/>
              </a:ext>
            </a:extLst>
          </p:cNvPr>
          <p:cNvGrpSpPr/>
          <p:nvPr/>
        </p:nvGrpSpPr>
        <p:grpSpPr>
          <a:xfrm>
            <a:off x="228391" y="1570558"/>
            <a:ext cx="11735218" cy="5341488"/>
            <a:chOff x="7026501" y="4509120"/>
            <a:chExt cx="1499710" cy="837926"/>
          </a:xfrm>
          <a:noFill/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A9A7228-48E8-4464-A085-14C51091CEC7}"/>
                </a:ext>
              </a:extLst>
            </p:cNvPr>
            <p:cNvSpPr txBox="1"/>
            <p:nvPr/>
          </p:nvSpPr>
          <p:spPr>
            <a:xfrm>
              <a:off x="7026501" y="4509120"/>
              <a:ext cx="1499710" cy="11104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u="sng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Motivul</a:t>
              </a:r>
              <a:r>
                <a:rPr lang="en-US" altLang="ko-KR" sz="40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4000" u="sng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alegerii</a:t>
              </a:r>
              <a:r>
                <a:rPr lang="en-US" altLang="ko-KR" sz="40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4000" u="sng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acestui</a:t>
              </a:r>
              <a:r>
                <a:rPr lang="en-US" altLang="ko-KR" sz="40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4000" u="sng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proiect</a:t>
              </a:r>
              <a:r>
                <a:rPr lang="en-US" altLang="ko-KR" sz="40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:</a:t>
              </a:r>
              <a:endParaRPr lang="ko-KR" altLang="en-US" sz="4000" u="sng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053E11A-9994-45F6-89D3-F49AAF5D23A9}"/>
                </a:ext>
              </a:extLst>
            </p:cNvPr>
            <p:cNvSpPr txBox="1"/>
            <p:nvPr/>
          </p:nvSpPr>
          <p:spPr>
            <a:xfrm>
              <a:off x="7026501" y="4666280"/>
              <a:ext cx="1499710" cy="68076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Am ales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acest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proiect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,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deoarece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am v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ă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zut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o gam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ă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mai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vast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ă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de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aplica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ț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ii al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acestei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aplica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ț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ii 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î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 via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ț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 real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ă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,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cum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ar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fi:</a:t>
              </a:r>
            </a:p>
            <a:p>
              <a:endPara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Utilizarea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aplica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ț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ie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pentru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vizualizarea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mai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eficient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ă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a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unor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date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dintr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-un text de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dimensiuni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mai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mari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;</a:t>
              </a: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Posibilitatea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de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criptare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a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textului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(op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ț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iune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implementat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ă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de mine);</a:t>
              </a: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Posibilitatea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de c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ă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utare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și vizualizare a numarului de apariții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a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unui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cuv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â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nt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cheie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dintr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-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u</a:t>
              </a:r>
              <a:r>
                <a:rPr lang="ro-RO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text;</a:t>
              </a:r>
            </a:p>
            <a:p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</a:p>
            <a:p>
              <a:endPara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94065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6634" y="240342"/>
            <a:ext cx="11573197" cy="724247"/>
          </a:xfrm>
        </p:spPr>
        <p:txBody>
          <a:bodyPr/>
          <a:lstStyle/>
          <a:p>
            <a:r>
              <a:rPr lang="ro-RO" sz="4400" dirty="0"/>
              <a:t>PREZENTARE GENERALĂ</a:t>
            </a:r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649CC1-694E-445F-8081-039BEBAF6CFF}"/>
              </a:ext>
            </a:extLst>
          </p:cNvPr>
          <p:cNvSpPr txBox="1"/>
          <p:nvPr/>
        </p:nvSpPr>
        <p:spPr>
          <a:xfrm rot="1898085">
            <a:off x="4598773" y="3094049"/>
            <a:ext cx="1198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Contents 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Performance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6BFD24-45B0-4CEB-BE48-833052D10F94}"/>
              </a:ext>
            </a:extLst>
          </p:cNvPr>
          <p:cNvSpPr txBox="1"/>
          <p:nvPr/>
        </p:nvSpPr>
        <p:spPr>
          <a:xfrm rot="19719727">
            <a:off x="6551989" y="3342472"/>
            <a:ext cx="1198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Contents 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Performance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52DD8E-9734-426C-9C62-C29DFBB0AD2B}"/>
              </a:ext>
            </a:extLst>
          </p:cNvPr>
          <p:cNvSpPr txBox="1"/>
          <p:nvPr/>
        </p:nvSpPr>
        <p:spPr>
          <a:xfrm>
            <a:off x="5496051" y="4567376"/>
            <a:ext cx="1198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Contents 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Performance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C79D29FA-6879-46AC-8A96-940DA2FFE536}"/>
              </a:ext>
            </a:extLst>
          </p:cNvPr>
          <p:cNvSpPr/>
          <p:nvPr/>
        </p:nvSpPr>
        <p:spPr>
          <a:xfrm rot="19800000">
            <a:off x="6674883" y="2912542"/>
            <a:ext cx="371782" cy="371178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6" name="Round Same Side Corner Rectangle 36">
            <a:extLst>
              <a:ext uri="{FF2B5EF4-FFF2-40B4-BE49-F238E27FC236}">
                <a16:creationId xmlns:a16="http://schemas.microsoft.com/office/drawing/2014/main" id="{77ECF53D-F896-422F-AF23-94844A7BAFB4}"/>
              </a:ext>
            </a:extLst>
          </p:cNvPr>
          <p:cNvSpPr>
            <a:spLocks noChangeAspect="1"/>
          </p:cNvSpPr>
          <p:nvPr/>
        </p:nvSpPr>
        <p:spPr>
          <a:xfrm>
            <a:off x="5895233" y="4126728"/>
            <a:ext cx="396000" cy="313084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36F0B4-4103-F6FE-0D4D-248F2DD8B2BC}"/>
              </a:ext>
            </a:extLst>
          </p:cNvPr>
          <p:cNvSpPr txBox="1"/>
          <p:nvPr/>
        </p:nvSpPr>
        <p:spPr>
          <a:xfrm>
            <a:off x="172529" y="1457864"/>
            <a:ext cx="119099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Pentru realizarea proiectului am depus destul de multa munca, deoarece proiectul a avut 3 faze de dezvoltare.</a:t>
            </a:r>
          </a:p>
          <a:p>
            <a:r>
              <a:rPr lang="ro-RO" dirty="0"/>
              <a:t>1.Prima faza a fost o versiune de probă, pentru a înțelege modul de funcționare al acestuia.</a:t>
            </a:r>
          </a:p>
          <a:p>
            <a:r>
              <a:rPr lang="ro-RO" dirty="0"/>
              <a:t>2.O fază intermediară de dezvoltare, în care am adus îmbunătațiri.</a:t>
            </a:r>
          </a:p>
          <a:p>
            <a:r>
              <a:rPr lang="ro-RO" dirty="0"/>
              <a:t>3.Etapa finală în care am pus totul la punct astfel încât să ruzele adecvat cerințelor.</a:t>
            </a:r>
          </a:p>
          <a:p>
            <a:endParaRPr lang="ro-RO" dirty="0"/>
          </a:p>
          <a:p>
            <a:r>
              <a:rPr lang="ro-RO" dirty="0"/>
              <a:t>În plus am adăugat urmatoarele funcționalități</a:t>
            </a:r>
            <a:r>
              <a:rPr lang="en-GB" dirty="0"/>
              <a:t>: </a:t>
            </a:r>
            <a:r>
              <a:rPr lang="ro-RO" dirty="0"/>
              <a:t>căutarea cuvintelor în text, identificarea numărului de vocale și consoane, gasirea cuvintelor de tip palindrom, criptarea textului, salvarea rulări programului într-un fișier de tip text, ieșirea din rularea programului apăsând tasta 0 și introducerea textului dorit pentru editare prin intermediul unui fișier.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15F5112-7F4E-8FE0-69DA-388BF73F3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482" y="4041899"/>
            <a:ext cx="6379036" cy="27148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5EC8A3-2825-B297-F1D8-DD39F9703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203" y="276564"/>
            <a:ext cx="5439534" cy="14670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49E5B6-E178-FA54-D97C-6FF7B3D6135F}"/>
              </a:ext>
            </a:extLst>
          </p:cNvPr>
          <p:cNvSpPr txBox="1"/>
          <p:nvPr/>
        </p:nvSpPr>
        <p:spPr>
          <a:xfrm>
            <a:off x="3303918" y="712133"/>
            <a:ext cx="3252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ANTETUL PROIECTULUI </a:t>
            </a:r>
            <a:endParaRPr lang="en-GB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610597-1C59-FD97-963A-BDD09F0B2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1" y="2078076"/>
            <a:ext cx="5842129" cy="47799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A079B5-7437-6FB1-BBA5-FB02EF052BCB}"/>
              </a:ext>
            </a:extLst>
          </p:cNvPr>
          <p:cNvSpPr txBox="1"/>
          <p:nvPr/>
        </p:nvSpPr>
        <p:spPr>
          <a:xfrm>
            <a:off x="6096000" y="2975768"/>
            <a:ext cx="5620719" cy="31700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000" dirty="0" err="1"/>
              <a:t>Acest</a:t>
            </a:r>
            <a:r>
              <a:rPr lang="en-GB" sz="2000" dirty="0"/>
              <a:t> fragment de cod </a:t>
            </a:r>
            <a:r>
              <a:rPr lang="en-GB" sz="2000" dirty="0" err="1"/>
              <a:t>reprezintă</a:t>
            </a:r>
            <a:r>
              <a:rPr lang="en-GB" sz="2000" dirty="0"/>
              <a:t> </a:t>
            </a:r>
            <a:r>
              <a:rPr lang="en-GB" sz="2000" b="1" dirty="0" err="1"/>
              <a:t>fundația</a:t>
            </a:r>
            <a:r>
              <a:rPr lang="en-GB" sz="2000" b="1" dirty="0"/>
              <a:t> </a:t>
            </a:r>
            <a:r>
              <a:rPr lang="en-GB" sz="2000" b="1" dirty="0" err="1"/>
              <a:t>unui</a:t>
            </a:r>
            <a:r>
              <a:rPr lang="en-GB" sz="2000" b="1" dirty="0"/>
              <a:t> </a:t>
            </a:r>
            <a:r>
              <a:rPr lang="en-GB" sz="2000" b="1" dirty="0" err="1"/>
              <a:t>sistem</a:t>
            </a:r>
            <a:r>
              <a:rPr lang="en-GB" sz="2000" b="1" dirty="0"/>
              <a:t> de </a:t>
            </a:r>
            <a:r>
              <a:rPr lang="en-GB" sz="2000" b="1" dirty="0" err="1"/>
              <a:t>jurnalizare</a:t>
            </a:r>
            <a:r>
              <a:rPr lang="en-GB" sz="2000" b="1" dirty="0"/>
              <a:t> (logging)</a:t>
            </a:r>
            <a:r>
              <a:rPr lang="en-GB" sz="2000" dirty="0"/>
              <a:t> </a:t>
            </a:r>
            <a:r>
              <a:rPr lang="en-GB" sz="2000" dirty="0" err="1"/>
              <a:t>pentru</a:t>
            </a:r>
            <a:r>
              <a:rPr lang="en-GB" sz="2000" dirty="0"/>
              <a:t> o </a:t>
            </a:r>
            <a:r>
              <a:rPr lang="en-GB" sz="2000" dirty="0" err="1"/>
              <a:t>aplicație</a:t>
            </a:r>
            <a:r>
              <a:rPr lang="en-GB" sz="2000" dirty="0"/>
              <a:t> Python. </a:t>
            </a:r>
            <a:r>
              <a:rPr lang="en-GB" sz="2000" dirty="0" err="1"/>
              <a:t>Scopul</a:t>
            </a:r>
            <a:r>
              <a:rPr lang="en-GB" sz="2000" dirty="0"/>
              <a:t> </a:t>
            </a:r>
            <a:r>
              <a:rPr lang="en-GB" sz="2000" dirty="0" err="1"/>
              <a:t>său</a:t>
            </a:r>
            <a:r>
              <a:rPr lang="en-GB" sz="2000" dirty="0"/>
              <a:t> principal </a:t>
            </a:r>
            <a:r>
              <a:rPr lang="en-GB" sz="2000" dirty="0" err="1"/>
              <a:t>este</a:t>
            </a:r>
            <a:r>
              <a:rPr lang="en-GB" sz="2000" dirty="0"/>
              <a:t> de a </a:t>
            </a:r>
            <a:r>
              <a:rPr lang="en-GB" sz="2000" dirty="0" err="1"/>
              <a:t>defini</a:t>
            </a:r>
            <a:r>
              <a:rPr lang="en-GB" sz="2000" dirty="0"/>
              <a:t> "memoria" </a:t>
            </a:r>
            <a:r>
              <a:rPr lang="en-GB" sz="2000" dirty="0" err="1"/>
              <a:t>programului</a:t>
            </a:r>
            <a:r>
              <a:rPr lang="en-GB" sz="2000" dirty="0"/>
              <a:t> (</a:t>
            </a:r>
            <a:r>
              <a:rPr lang="en-GB" sz="2000" dirty="0" err="1"/>
              <a:t>prin</a:t>
            </a:r>
            <a:r>
              <a:rPr lang="en-GB" sz="2000" dirty="0"/>
              <a:t> </a:t>
            </a:r>
            <a:r>
              <a:rPr lang="en-GB" sz="2000" dirty="0" err="1"/>
              <a:t>variabile</a:t>
            </a:r>
            <a:r>
              <a:rPr lang="en-GB" sz="2000" dirty="0"/>
              <a:t> </a:t>
            </a:r>
            <a:r>
              <a:rPr lang="en-GB" sz="2000" dirty="0" err="1"/>
              <a:t>globale</a:t>
            </a:r>
            <a:r>
              <a:rPr lang="en-GB" sz="2000" dirty="0"/>
              <a:t>) </a:t>
            </a:r>
            <a:r>
              <a:rPr lang="en-GB" sz="2000" dirty="0" err="1"/>
              <a:t>și</a:t>
            </a:r>
            <a:r>
              <a:rPr lang="en-GB" sz="2000" dirty="0"/>
              <a:t> de a </a:t>
            </a:r>
            <a:r>
              <a:rPr lang="en-GB" sz="2000" dirty="0" err="1"/>
              <a:t>oferi</a:t>
            </a:r>
            <a:r>
              <a:rPr lang="en-GB" sz="2000" dirty="0"/>
              <a:t> un </a:t>
            </a:r>
            <a:r>
              <a:rPr lang="en-GB" sz="2000" dirty="0" err="1"/>
              <a:t>mecanism</a:t>
            </a:r>
            <a:r>
              <a:rPr lang="en-GB" sz="2000" dirty="0"/>
              <a:t> </a:t>
            </a:r>
            <a:r>
              <a:rPr lang="en-GB" sz="2000" dirty="0" err="1"/>
              <a:t>standardizat</a:t>
            </a:r>
            <a:r>
              <a:rPr lang="en-GB" sz="2000" dirty="0"/>
              <a:t> </a:t>
            </a:r>
            <a:r>
              <a:rPr lang="en-GB" sz="2000" dirty="0" err="1"/>
              <a:t>prin</a:t>
            </a:r>
            <a:r>
              <a:rPr lang="en-GB" sz="2000" dirty="0"/>
              <a:t> care </a:t>
            </a:r>
            <a:r>
              <a:rPr lang="en-GB" sz="2000" dirty="0" err="1"/>
              <a:t>programul</a:t>
            </a:r>
            <a:r>
              <a:rPr lang="en-GB" sz="2000" dirty="0"/>
              <a:t> </a:t>
            </a:r>
            <a:r>
              <a:rPr lang="en-GB" sz="2000" dirty="0" err="1"/>
              <a:t>să</a:t>
            </a:r>
            <a:r>
              <a:rPr lang="en-GB" sz="2000" dirty="0"/>
              <a:t> </a:t>
            </a:r>
            <a:r>
              <a:rPr lang="en-GB" sz="2000" dirty="0" err="1"/>
              <a:t>țină</a:t>
            </a:r>
            <a:r>
              <a:rPr lang="en-GB" sz="2000" dirty="0"/>
              <a:t> </a:t>
            </a:r>
            <a:r>
              <a:rPr lang="en-GB" sz="2000" dirty="0" err="1"/>
              <a:t>minte</a:t>
            </a:r>
            <a:r>
              <a:rPr lang="en-GB" sz="2000" dirty="0"/>
              <a:t> </a:t>
            </a:r>
            <a:r>
              <a:rPr lang="en-GB" sz="2000" dirty="0" err="1"/>
              <a:t>ce</a:t>
            </a:r>
            <a:r>
              <a:rPr lang="en-GB" sz="2000" dirty="0"/>
              <a:t> </a:t>
            </a:r>
            <a:r>
              <a:rPr lang="en-GB" sz="2000" dirty="0" err="1"/>
              <a:t>acțiuni</a:t>
            </a:r>
            <a:r>
              <a:rPr lang="en-GB" sz="2000" dirty="0"/>
              <a:t> a </a:t>
            </a:r>
            <a:r>
              <a:rPr lang="en-GB" sz="2000" dirty="0" err="1"/>
              <a:t>executat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la </a:t>
            </a:r>
            <a:r>
              <a:rPr lang="en-GB" sz="2000" dirty="0" err="1"/>
              <a:t>ce</a:t>
            </a:r>
            <a:r>
              <a:rPr lang="en-GB" sz="2000" dirty="0"/>
              <a:t> </a:t>
            </a:r>
            <a:r>
              <a:rPr lang="en-GB" sz="2000" dirty="0" err="1"/>
              <a:t>oră</a:t>
            </a:r>
            <a:r>
              <a:rPr lang="en-GB" sz="2000" dirty="0"/>
              <a:t> </a:t>
            </a:r>
            <a:r>
              <a:rPr lang="en-GB" sz="2000" dirty="0" err="1"/>
              <a:t>exactă</a:t>
            </a:r>
            <a:r>
              <a:rPr lang="en-GB" sz="2000" dirty="0"/>
              <a:t>. Este o </a:t>
            </a:r>
            <a:r>
              <a:rPr lang="en-GB" sz="2000" dirty="0" err="1"/>
              <a:t>structură</a:t>
            </a:r>
            <a:r>
              <a:rPr lang="en-GB" sz="2000" dirty="0"/>
              <a:t> </a:t>
            </a:r>
            <a:r>
              <a:rPr lang="en-GB" sz="2000" dirty="0" err="1"/>
              <a:t>tipică</a:t>
            </a:r>
            <a:r>
              <a:rPr lang="en-GB" sz="2000" dirty="0"/>
              <a:t> </a:t>
            </a:r>
            <a:r>
              <a:rPr lang="en-GB" sz="2000" dirty="0" err="1"/>
              <a:t>pentru</a:t>
            </a:r>
            <a:r>
              <a:rPr lang="en-GB" sz="2000" dirty="0"/>
              <a:t> </a:t>
            </a:r>
            <a:r>
              <a:rPr lang="en-GB" sz="2000" dirty="0" err="1"/>
              <a:t>scripturi</a:t>
            </a:r>
            <a:r>
              <a:rPr lang="en-GB" sz="2000" dirty="0"/>
              <a:t> care </a:t>
            </a:r>
            <a:r>
              <a:rPr lang="en-GB" sz="2000" dirty="0" err="1"/>
              <a:t>procesează</a:t>
            </a:r>
            <a:r>
              <a:rPr lang="en-GB" sz="2000" dirty="0"/>
              <a:t> date </a:t>
            </a:r>
            <a:r>
              <a:rPr lang="en-GB" sz="2000" dirty="0" err="1"/>
              <a:t>și</a:t>
            </a:r>
            <a:r>
              <a:rPr lang="en-GB" sz="2000" dirty="0"/>
              <a:t> au </a:t>
            </a:r>
            <a:r>
              <a:rPr lang="en-GB" sz="2000" dirty="0" err="1"/>
              <a:t>nevoie</a:t>
            </a:r>
            <a:r>
              <a:rPr lang="en-GB" sz="2000" dirty="0"/>
              <a:t> </a:t>
            </a:r>
            <a:r>
              <a:rPr lang="en-GB" sz="2000" dirty="0" err="1"/>
              <a:t>să</a:t>
            </a:r>
            <a:r>
              <a:rPr lang="en-GB" sz="2000" dirty="0"/>
              <a:t> </a:t>
            </a:r>
            <a:r>
              <a:rPr lang="en-GB" sz="2000" dirty="0" err="1"/>
              <a:t>genereze</a:t>
            </a:r>
            <a:r>
              <a:rPr lang="en-GB" sz="2000" dirty="0"/>
              <a:t> un </a:t>
            </a:r>
            <a:r>
              <a:rPr lang="en-GB" sz="2000" dirty="0" err="1"/>
              <a:t>raport</a:t>
            </a:r>
            <a:r>
              <a:rPr lang="en-GB" sz="2000" dirty="0"/>
              <a:t> final cu </a:t>
            </a:r>
            <a:r>
              <a:rPr lang="en-GB" sz="2000" dirty="0" err="1"/>
              <a:t>pașii</a:t>
            </a:r>
            <a:r>
              <a:rPr lang="en-GB" sz="2000" dirty="0"/>
              <a:t> </a:t>
            </a:r>
            <a:r>
              <a:rPr lang="en-GB" sz="2000" dirty="0" err="1"/>
              <a:t>parcurși</a:t>
            </a:r>
            <a:r>
              <a:rPr lang="en-GB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1278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BD06C3F-CD17-9539-2015-2354D798A1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139"/>
          <a:stretch>
            <a:fillRect/>
          </a:stretch>
        </p:blipFill>
        <p:spPr>
          <a:xfrm>
            <a:off x="6270190" y="0"/>
            <a:ext cx="5921810" cy="6857990"/>
          </a:xfrm>
          <a:prstGeom prst="roundRect">
            <a:avLst>
              <a:gd name="adj" fmla="val 0"/>
            </a:avLst>
          </a:prstGeom>
          <a:noFill/>
          <a:ln w="152400"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189564-EDBA-125D-DCCD-BD349E91D223}"/>
              </a:ext>
            </a:extLst>
          </p:cNvPr>
          <p:cNvSpPr txBox="1"/>
          <p:nvPr/>
        </p:nvSpPr>
        <p:spPr>
          <a:xfrm>
            <a:off x="7134045" y="474453"/>
            <a:ext cx="6235726" cy="5597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F029D1-D239-2CBC-F2F7-1C6A1F8CE9EC}"/>
              </a:ext>
            </a:extLst>
          </p:cNvPr>
          <p:cNvSpPr txBox="1"/>
          <p:nvPr/>
        </p:nvSpPr>
        <p:spPr>
          <a:xfrm>
            <a:off x="128182" y="1592886"/>
            <a:ext cx="6081623" cy="313932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err="1"/>
              <a:t>Acest</a:t>
            </a:r>
            <a:r>
              <a:rPr lang="en-GB" dirty="0"/>
              <a:t> cod </a:t>
            </a:r>
            <a:r>
              <a:rPr lang="en-GB" dirty="0" err="1"/>
              <a:t>conține</a:t>
            </a:r>
            <a:r>
              <a:rPr lang="en-GB" dirty="0"/>
              <a:t> </a:t>
            </a:r>
            <a:r>
              <a:rPr lang="en-GB" dirty="0" err="1"/>
              <a:t>două</a:t>
            </a:r>
            <a:r>
              <a:rPr lang="en-GB" dirty="0"/>
              <a:t> </a:t>
            </a:r>
            <a:r>
              <a:rPr lang="en-GB" dirty="0" err="1"/>
              <a:t>funcții</a:t>
            </a:r>
            <a:r>
              <a:rPr lang="en-GB" dirty="0"/>
              <a:t> care </a:t>
            </a:r>
            <a:r>
              <a:rPr lang="en-GB" dirty="0" err="1"/>
              <a:t>analizează</a:t>
            </a:r>
            <a:r>
              <a:rPr lang="en-GB" dirty="0"/>
              <a:t> </a:t>
            </a:r>
            <a:r>
              <a:rPr lang="en-GB" dirty="0" err="1"/>
              <a:t>textul</a:t>
            </a:r>
            <a:r>
              <a:rPr lang="en-GB" dirty="0"/>
              <a:t> "manual", </a:t>
            </a:r>
            <a:r>
              <a:rPr lang="en-GB" dirty="0" err="1"/>
              <a:t>caracter</a:t>
            </a:r>
            <a:r>
              <a:rPr lang="en-GB" dirty="0"/>
              <a:t> cu </a:t>
            </a:r>
            <a:r>
              <a:rPr lang="en-GB" dirty="0" err="1"/>
              <a:t>caracter</a:t>
            </a:r>
            <a:r>
              <a:rPr lang="en-GB" dirty="0"/>
              <a:t>:</a:t>
            </a:r>
          </a:p>
          <a:p>
            <a:r>
              <a:rPr lang="en-GB" dirty="0" err="1"/>
              <a:t>extrage_cuvinte</a:t>
            </a:r>
            <a:r>
              <a:rPr lang="en-GB" dirty="0"/>
              <a:t>: Desparte </a:t>
            </a:r>
            <a:r>
              <a:rPr lang="en-GB" dirty="0" err="1"/>
              <a:t>textul</a:t>
            </a:r>
            <a:r>
              <a:rPr lang="en-GB" dirty="0"/>
              <a:t> </a:t>
            </a:r>
            <a:r>
              <a:rPr lang="en-GB" dirty="0" err="1"/>
              <a:t>într</a:t>
            </a:r>
            <a:r>
              <a:rPr lang="en-GB" dirty="0"/>
              <a:t>-o </a:t>
            </a:r>
            <a:r>
              <a:rPr lang="en-GB" dirty="0" err="1"/>
              <a:t>listă</a:t>
            </a:r>
            <a:r>
              <a:rPr lang="en-GB" dirty="0"/>
              <a:t> de </a:t>
            </a:r>
            <a:r>
              <a:rPr lang="en-GB" dirty="0" err="1"/>
              <a:t>cuvinte</a:t>
            </a:r>
            <a:r>
              <a:rPr lang="en-GB" dirty="0"/>
              <a:t>. </a:t>
            </a:r>
            <a:r>
              <a:rPr lang="en-GB" dirty="0" err="1"/>
              <a:t>Ignoră</a:t>
            </a:r>
            <a:r>
              <a:rPr lang="en-GB" dirty="0"/>
              <a:t> </a:t>
            </a:r>
            <a:r>
              <a:rPr lang="en-GB" dirty="0" err="1"/>
              <a:t>semnele</a:t>
            </a:r>
            <a:r>
              <a:rPr lang="en-GB" dirty="0"/>
              <a:t> de </a:t>
            </a:r>
            <a:r>
              <a:rPr lang="en-GB" dirty="0" err="1"/>
              <a:t>punctuație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păstrează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dirty="0" err="1"/>
              <a:t>literele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cifrele</a:t>
            </a:r>
            <a:r>
              <a:rPr lang="en-GB" dirty="0"/>
              <a:t>, </a:t>
            </a:r>
            <a:r>
              <a:rPr lang="en-GB" dirty="0" err="1"/>
              <a:t>transformându</a:t>
            </a:r>
            <a:r>
              <a:rPr lang="en-GB" dirty="0"/>
              <a:t>-le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litere</a:t>
            </a:r>
            <a:r>
              <a:rPr lang="en-GB" dirty="0"/>
              <a:t> </a:t>
            </a:r>
            <a:r>
              <a:rPr lang="en-GB" dirty="0" err="1"/>
              <a:t>mici</a:t>
            </a:r>
            <a:r>
              <a:rPr lang="en-GB" dirty="0"/>
              <a:t>. Nu </a:t>
            </a:r>
            <a:r>
              <a:rPr lang="en-GB" dirty="0" err="1"/>
              <a:t>folosește</a:t>
            </a:r>
            <a:r>
              <a:rPr lang="en-GB" dirty="0"/>
              <a:t> </a:t>
            </a:r>
            <a:r>
              <a:rPr lang="en-GB" dirty="0" err="1"/>
              <a:t>funcții</a:t>
            </a:r>
            <a:r>
              <a:rPr lang="en-GB" dirty="0"/>
              <a:t> automate (ca split), ci </a:t>
            </a:r>
            <a:r>
              <a:rPr lang="en-GB" dirty="0" err="1"/>
              <a:t>construiește</a:t>
            </a:r>
            <a:r>
              <a:rPr lang="en-GB" dirty="0"/>
              <a:t> </a:t>
            </a:r>
            <a:r>
              <a:rPr lang="en-GB" dirty="0" err="1"/>
              <a:t>cuvintele</a:t>
            </a:r>
            <a:r>
              <a:rPr lang="en-GB" dirty="0"/>
              <a:t> logic.</a:t>
            </a:r>
          </a:p>
          <a:p>
            <a:r>
              <a:rPr lang="en-GB" dirty="0" err="1"/>
              <a:t>numar_propozitii</a:t>
            </a:r>
            <a:r>
              <a:rPr lang="en-GB" dirty="0"/>
              <a:t>: </a:t>
            </a:r>
            <a:r>
              <a:rPr lang="en-GB" dirty="0" err="1"/>
              <a:t>Numără</a:t>
            </a:r>
            <a:r>
              <a:rPr lang="en-GB" dirty="0"/>
              <a:t> </a:t>
            </a:r>
            <a:r>
              <a:rPr lang="en-GB" dirty="0" err="1"/>
              <a:t>propozițiile</a:t>
            </a:r>
            <a:r>
              <a:rPr lang="en-GB" dirty="0"/>
              <a:t> </a:t>
            </a:r>
            <a:r>
              <a:rPr lang="en-GB" dirty="0" err="1"/>
              <a:t>căutând</a:t>
            </a:r>
            <a:r>
              <a:rPr lang="en-GB" dirty="0"/>
              <a:t> </a:t>
            </a:r>
            <a:r>
              <a:rPr lang="en-GB" dirty="0" err="1"/>
              <a:t>semnele</a:t>
            </a:r>
            <a:r>
              <a:rPr lang="en-GB" dirty="0"/>
              <a:t> de </a:t>
            </a:r>
            <a:r>
              <a:rPr lang="en-GB" dirty="0" err="1"/>
              <a:t>punctuație</a:t>
            </a:r>
            <a:r>
              <a:rPr lang="en-GB" dirty="0"/>
              <a:t> de final (., !, ?). Are o </a:t>
            </a:r>
            <a:r>
              <a:rPr lang="en-GB" dirty="0" err="1"/>
              <a:t>siguranță</a:t>
            </a:r>
            <a:r>
              <a:rPr lang="en-GB" dirty="0"/>
              <a:t>: </a:t>
            </a:r>
            <a:r>
              <a:rPr lang="en-GB" dirty="0" err="1"/>
              <a:t>dacă</a:t>
            </a:r>
            <a:r>
              <a:rPr lang="en-GB" dirty="0"/>
              <a:t> </a:t>
            </a:r>
            <a:r>
              <a:rPr lang="en-GB" dirty="0" err="1"/>
              <a:t>textul</a:t>
            </a:r>
            <a:r>
              <a:rPr lang="en-GB" dirty="0"/>
              <a:t> nu are </a:t>
            </a:r>
            <a:r>
              <a:rPr lang="en-GB" dirty="0" err="1"/>
              <a:t>punctuație</a:t>
            </a:r>
            <a:r>
              <a:rPr lang="en-GB" dirty="0"/>
              <a:t>, </a:t>
            </a:r>
            <a:r>
              <a:rPr lang="en-GB" dirty="0" err="1"/>
              <a:t>dar</a:t>
            </a:r>
            <a:r>
              <a:rPr lang="en-GB" dirty="0"/>
              <a:t> </a:t>
            </a:r>
            <a:r>
              <a:rPr lang="en-GB" dirty="0" err="1"/>
              <a:t>conține</a:t>
            </a:r>
            <a:r>
              <a:rPr lang="en-GB" dirty="0"/>
              <a:t> </a:t>
            </a:r>
            <a:r>
              <a:rPr lang="en-GB" dirty="0" err="1"/>
              <a:t>caractere</a:t>
            </a:r>
            <a:r>
              <a:rPr lang="en-GB" dirty="0"/>
              <a:t>, </a:t>
            </a:r>
            <a:r>
              <a:rPr lang="en-GB" dirty="0" err="1"/>
              <a:t>îl</a:t>
            </a:r>
            <a:r>
              <a:rPr lang="en-GB" dirty="0"/>
              <a:t> </a:t>
            </a:r>
            <a:r>
              <a:rPr lang="en-GB" dirty="0" err="1"/>
              <a:t>numără</a:t>
            </a:r>
            <a:r>
              <a:rPr lang="en-GB" dirty="0"/>
              <a:t> </a:t>
            </a:r>
            <a:r>
              <a:rPr lang="en-GB" dirty="0" err="1"/>
              <a:t>totuși</a:t>
            </a:r>
            <a:r>
              <a:rPr lang="en-GB" dirty="0"/>
              <a:t> ca o </a:t>
            </a:r>
            <a:r>
              <a:rPr lang="en-GB" dirty="0" err="1"/>
              <a:t>propoziție</a:t>
            </a:r>
            <a:r>
              <a:rPr lang="en-GB" dirty="0"/>
              <a:t> (</a:t>
            </a:r>
            <a:r>
              <a:rPr lang="en-GB" dirty="0" err="1"/>
              <a:t>returnează</a:t>
            </a:r>
            <a:r>
              <a:rPr lang="en-GB" dirty="0"/>
              <a:t> 1).</a:t>
            </a:r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243469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46005EBA-869A-E238-DF18-1C63FBF811B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599" r="1599"/>
          <a:stretch/>
        </p:blipFill>
        <p:spPr>
          <a:xfrm>
            <a:off x="174170" y="-1"/>
            <a:ext cx="5921830" cy="6858000"/>
          </a:xfrm>
          <a:prstGeom prst="roundRect">
            <a:avLst>
              <a:gd name="adj" fmla="val 0"/>
            </a:avLst>
          </a:prstGeom>
          <a:solidFill>
            <a:prstClr val="white">
              <a:lumMod val="95000"/>
            </a:prstClr>
          </a:solidFill>
          <a:ln w="152400"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C7FB3C-FB0A-BB98-3635-F8903731B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502" y="0"/>
            <a:ext cx="6765498" cy="3708546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6186EBE7-48D5-0600-E3DA-79986961EE6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193766" y="3728522"/>
            <a:ext cx="5824064" cy="2800767"/>
          </a:xfrm>
          <a:custGeom>
            <a:avLst/>
            <a:gdLst>
              <a:gd name="csX0" fmla="*/ 0 w 5824064"/>
              <a:gd name="csY0" fmla="*/ 0 h 2800767"/>
              <a:gd name="csX1" fmla="*/ 524166 w 5824064"/>
              <a:gd name="csY1" fmla="*/ 0 h 2800767"/>
              <a:gd name="csX2" fmla="*/ 1164813 w 5824064"/>
              <a:gd name="csY2" fmla="*/ 0 h 2800767"/>
              <a:gd name="csX3" fmla="*/ 1688979 w 5824064"/>
              <a:gd name="csY3" fmla="*/ 0 h 2800767"/>
              <a:gd name="csX4" fmla="*/ 2271385 w 5824064"/>
              <a:gd name="csY4" fmla="*/ 0 h 2800767"/>
              <a:gd name="csX5" fmla="*/ 2912032 w 5824064"/>
              <a:gd name="csY5" fmla="*/ 0 h 2800767"/>
              <a:gd name="csX6" fmla="*/ 3610920 w 5824064"/>
              <a:gd name="csY6" fmla="*/ 0 h 2800767"/>
              <a:gd name="csX7" fmla="*/ 4135085 w 5824064"/>
              <a:gd name="csY7" fmla="*/ 0 h 2800767"/>
              <a:gd name="csX8" fmla="*/ 4833973 w 5824064"/>
              <a:gd name="csY8" fmla="*/ 0 h 2800767"/>
              <a:gd name="csX9" fmla="*/ 5299898 w 5824064"/>
              <a:gd name="csY9" fmla="*/ 0 h 2800767"/>
              <a:gd name="csX10" fmla="*/ 5824064 w 5824064"/>
              <a:gd name="csY10" fmla="*/ 0 h 2800767"/>
              <a:gd name="csX11" fmla="*/ 5824064 w 5824064"/>
              <a:gd name="csY11" fmla="*/ 588161 h 2800767"/>
              <a:gd name="csX12" fmla="*/ 5824064 w 5824064"/>
              <a:gd name="csY12" fmla="*/ 1148314 h 2800767"/>
              <a:gd name="csX13" fmla="*/ 5824064 w 5824064"/>
              <a:gd name="csY13" fmla="*/ 1708468 h 2800767"/>
              <a:gd name="csX14" fmla="*/ 5824064 w 5824064"/>
              <a:gd name="csY14" fmla="*/ 2184598 h 2800767"/>
              <a:gd name="csX15" fmla="*/ 5824064 w 5824064"/>
              <a:gd name="csY15" fmla="*/ 2800767 h 2800767"/>
              <a:gd name="csX16" fmla="*/ 5125176 w 5824064"/>
              <a:gd name="csY16" fmla="*/ 2800767 h 2800767"/>
              <a:gd name="csX17" fmla="*/ 4601011 w 5824064"/>
              <a:gd name="csY17" fmla="*/ 2800767 h 2800767"/>
              <a:gd name="csX18" fmla="*/ 4018604 w 5824064"/>
              <a:gd name="csY18" fmla="*/ 2800767 h 2800767"/>
              <a:gd name="csX19" fmla="*/ 3319716 w 5824064"/>
              <a:gd name="csY19" fmla="*/ 2800767 h 2800767"/>
              <a:gd name="csX20" fmla="*/ 2679069 w 5824064"/>
              <a:gd name="csY20" fmla="*/ 2800767 h 2800767"/>
              <a:gd name="csX21" fmla="*/ 2271385 w 5824064"/>
              <a:gd name="csY21" fmla="*/ 2800767 h 2800767"/>
              <a:gd name="csX22" fmla="*/ 1688979 w 5824064"/>
              <a:gd name="csY22" fmla="*/ 2800767 h 2800767"/>
              <a:gd name="csX23" fmla="*/ 1223053 w 5824064"/>
              <a:gd name="csY23" fmla="*/ 2800767 h 2800767"/>
              <a:gd name="csX24" fmla="*/ 524166 w 5824064"/>
              <a:gd name="csY24" fmla="*/ 2800767 h 2800767"/>
              <a:gd name="csX25" fmla="*/ 0 w 5824064"/>
              <a:gd name="csY25" fmla="*/ 2800767 h 2800767"/>
              <a:gd name="csX26" fmla="*/ 0 w 5824064"/>
              <a:gd name="csY26" fmla="*/ 2324637 h 2800767"/>
              <a:gd name="csX27" fmla="*/ 0 w 5824064"/>
              <a:gd name="csY27" fmla="*/ 1848506 h 2800767"/>
              <a:gd name="csX28" fmla="*/ 0 w 5824064"/>
              <a:gd name="csY28" fmla="*/ 1288353 h 2800767"/>
              <a:gd name="csX29" fmla="*/ 0 w 5824064"/>
              <a:gd name="csY29" fmla="*/ 812222 h 2800767"/>
              <a:gd name="csX30" fmla="*/ 0 w 5824064"/>
              <a:gd name="csY30" fmla="*/ 0 h 280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5824064" h="2800767" extrusionOk="0">
                <a:moveTo>
                  <a:pt x="0" y="0"/>
                </a:moveTo>
                <a:cubicBezTo>
                  <a:pt x="183673" y="-57834"/>
                  <a:pt x="264715" y="27008"/>
                  <a:pt x="524166" y="0"/>
                </a:cubicBezTo>
                <a:cubicBezTo>
                  <a:pt x="783617" y="-27008"/>
                  <a:pt x="913981" y="22632"/>
                  <a:pt x="1164813" y="0"/>
                </a:cubicBezTo>
                <a:cubicBezTo>
                  <a:pt x="1415645" y="-22632"/>
                  <a:pt x="1447592" y="57075"/>
                  <a:pt x="1688979" y="0"/>
                </a:cubicBezTo>
                <a:cubicBezTo>
                  <a:pt x="1930366" y="-57075"/>
                  <a:pt x="2135442" y="46249"/>
                  <a:pt x="2271385" y="0"/>
                </a:cubicBezTo>
                <a:cubicBezTo>
                  <a:pt x="2407328" y="-46249"/>
                  <a:pt x="2663653" y="17172"/>
                  <a:pt x="2912032" y="0"/>
                </a:cubicBezTo>
                <a:cubicBezTo>
                  <a:pt x="3160411" y="-17172"/>
                  <a:pt x="3452267" y="16402"/>
                  <a:pt x="3610920" y="0"/>
                </a:cubicBezTo>
                <a:cubicBezTo>
                  <a:pt x="3769573" y="-16402"/>
                  <a:pt x="3957203" y="22656"/>
                  <a:pt x="4135085" y="0"/>
                </a:cubicBezTo>
                <a:cubicBezTo>
                  <a:pt x="4312968" y="-22656"/>
                  <a:pt x="4583357" y="72643"/>
                  <a:pt x="4833973" y="0"/>
                </a:cubicBezTo>
                <a:cubicBezTo>
                  <a:pt x="5084589" y="-72643"/>
                  <a:pt x="5121941" y="53885"/>
                  <a:pt x="5299898" y="0"/>
                </a:cubicBezTo>
                <a:cubicBezTo>
                  <a:pt x="5477855" y="-53885"/>
                  <a:pt x="5666957" y="35840"/>
                  <a:pt x="5824064" y="0"/>
                </a:cubicBezTo>
                <a:cubicBezTo>
                  <a:pt x="5862593" y="191017"/>
                  <a:pt x="5789804" y="367872"/>
                  <a:pt x="5824064" y="588161"/>
                </a:cubicBezTo>
                <a:cubicBezTo>
                  <a:pt x="5858324" y="808450"/>
                  <a:pt x="5817863" y="986996"/>
                  <a:pt x="5824064" y="1148314"/>
                </a:cubicBezTo>
                <a:cubicBezTo>
                  <a:pt x="5830265" y="1309632"/>
                  <a:pt x="5767180" y="1567401"/>
                  <a:pt x="5824064" y="1708468"/>
                </a:cubicBezTo>
                <a:cubicBezTo>
                  <a:pt x="5880948" y="1849535"/>
                  <a:pt x="5768440" y="2021112"/>
                  <a:pt x="5824064" y="2184598"/>
                </a:cubicBezTo>
                <a:cubicBezTo>
                  <a:pt x="5879688" y="2348084"/>
                  <a:pt x="5764137" y="2670268"/>
                  <a:pt x="5824064" y="2800767"/>
                </a:cubicBezTo>
                <a:cubicBezTo>
                  <a:pt x="5606629" y="2870434"/>
                  <a:pt x="5376215" y="2721634"/>
                  <a:pt x="5125176" y="2800767"/>
                </a:cubicBezTo>
                <a:cubicBezTo>
                  <a:pt x="4874137" y="2879900"/>
                  <a:pt x="4756689" y="2781397"/>
                  <a:pt x="4601011" y="2800767"/>
                </a:cubicBezTo>
                <a:cubicBezTo>
                  <a:pt x="4445334" y="2820137"/>
                  <a:pt x="4181830" y="2785252"/>
                  <a:pt x="4018604" y="2800767"/>
                </a:cubicBezTo>
                <a:cubicBezTo>
                  <a:pt x="3855378" y="2816282"/>
                  <a:pt x="3627566" y="2733120"/>
                  <a:pt x="3319716" y="2800767"/>
                </a:cubicBezTo>
                <a:cubicBezTo>
                  <a:pt x="3011866" y="2868414"/>
                  <a:pt x="2866344" y="2765763"/>
                  <a:pt x="2679069" y="2800767"/>
                </a:cubicBezTo>
                <a:cubicBezTo>
                  <a:pt x="2491794" y="2835771"/>
                  <a:pt x="2384387" y="2799992"/>
                  <a:pt x="2271385" y="2800767"/>
                </a:cubicBezTo>
                <a:cubicBezTo>
                  <a:pt x="2158383" y="2801542"/>
                  <a:pt x="1894221" y="2792331"/>
                  <a:pt x="1688979" y="2800767"/>
                </a:cubicBezTo>
                <a:cubicBezTo>
                  <a:pt x="1483737" y="2809203"/>
                  <a:pt x="1414146" y="2751309"/>
                  <a:pt x="1223053" y="2800767"/>
                </a:cubicBezTo>
                <a:cubicBezTo>
                  <a:pt x="1031960" y="2850225"/>
                  <a:pt x="821671" y="2796427"/>
                  <a:pt x="524166" y="2800767"/>
                </a:cubicBezTo>
                <a:cubicBezTo>
                  <a:pt x="226661" y="2805107"/>
                  <a:pt x="201264" y="2756792"/>
                  <a:pt x="0" y="2800767"/>
                </a:cubicBezTo>
                <a:cubicBezTo>
                  <a:pt x="-52507" y="2632205"/>
                  <a:pt x="34825" y="2490121"/>
                  <a:pt x="0" y="2324637"/>
                </a:cubicBezTo>
                <a:cubicBezTo>
                  <a:pt x="-34825" y="2159153"/>
                  <a:pt x="45982" y="1944870"/>
                  <a:pt x="0" y="1848506"/>
                </a:cubicBezTo>
                <a:cubicBezTo>
                  <a:pt x="-45982" y="1752142"/>
                  <a:pt x="6807" y="1488749"/>
                  <a:pt x="0" y="1288353"/>
                </a:cubicBezTo>
                <a:cubicBezTo>
                  <a:pt x="-6807" y="1087957"/>
                  <a:pt x="41127" y="912131"/>
                  <a:pt x="0" y="812222"/>
                </a:cubicBezTo>
                <a:cubicBezTo>
                  <a:pt x="-41127" y="712313"/>
                  <a:pt x="62817" y="222650"/>
                  <a:pt x="0" y="0"/>
                </a:cubicBezTo>
                <a:close/>
              </a:path>
            </a:pathLst>
          </a:custGeom>
          <a:noFill/>
          <a:ln w="38100">
            <a:solidFill>
              <a:srgbClr val="00B050"/>
            </a:solidFill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221487578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incarca_text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Permite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utilizatorului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să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populeze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variabila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globală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text_curent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trei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metode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selectabile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meniu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Introducere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manuală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la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tastatură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multilinie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până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scrierea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cuvântului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"GATA").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Încărcarea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unui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text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demonstrativ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predefinit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Citirea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dintr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-un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fișier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extern,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incluzând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gestionarea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erorilor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(try-except)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dacă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fișierul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nu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există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statistici_de_baza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Analizează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textul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încărcat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După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validare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calculează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numărul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total 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caractere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caracterele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fără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spații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printr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-o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iterare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manuală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numărul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cuvinte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și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propoziții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8250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417099-99AA-888D-0FEE-DBB438917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468642" cy="57157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02FC15-586C-E984-5169-D8FF8E84742A}"/>
              </a:ext>
            </a:extLst>
          </p:cNvPr>
          <p:cNvSpPr txBox="1"/>
          <p:nvPr/>
        </p:nvSpPr>
        <p:spPr>
          <a:xfrm>
            <a:off x="7748355" y="4425350"/>
            <a:ext cx="4087088" cy="2308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 err="1"/>
              <a:t>statistici_de_baza</a:t>
            </a:r>
            <a:r>
              <a:rPr lang="en-GB" b="1" dirty="0"/>
              <a:t>()</a:t>
            </a:r>
            <a:r>
              <a:rPr lang="en-GB" dirty="0"/>
              <a:t>: </a:t>
            </a:r>
            <a:r>
              <a:rPr lang="en-GB" dirty="0" err="1"/>
              <a:t>Analizează</a:t>
            </a:r>
            <a:r>
              <a:rPr lang="en-GB" dirty="0"/>
              <a:t> </a:t>
            </a:r>
            <a:r>
              <a:rPr lang="en-GB" dirty="0" err="1"/>
              <a:t>textul</a:t>
            </a:r>
            <a:r>
              <a:rPr lang="en-GB" dirty="0"/>
              <a:t> </a:t>
            </a:r>
            <a:r>
              <a:rPr lang="en-GB" dirty="0" err="1"/>
              <a:t>încărcat</a:t>
            </a:r>
            <a:r>
              <a:rPr lang="en-GB" dirty="0"/>
              <a:t> </a:t>
            </a:r>
            <a:r>
              <a:rPr lang="en-GB" dirty="0" err="1"/>
              <a:t>după</a:t>
            </a:r>
            <a:r>
              <a:rPr lang="en-GB" dirty="0"/>
              <a:t> o </a:t>
            </a:r>
            <a:r>
              <a:rPr lang="en-GB" dirty="0" err="1"/>
              <a:t>validare</a:t>
            </a:r>
            <a:r>
              <a:rPr lang="en-GB" dirty="0"/>
              <a:t> </a:t>
            </a:r>
            <a:r>
              <a:rPr lang="en-GB" dirty="0" err="1"/>
              <a:t>prealabilă</a:t>
            </a:r>
            <a:r>
              <a:rPr lang="en-GB" dirty="0"/>
              <a:t>. </a:t>
            </a:r>
            <a:r>
              <a:rPr lang="en-GB" dirty="0" err="1"/>
              <a:t>Calculează</a:t>
            </a:r>
            <a:r>
              <a:rPr lang="en-GB" dirty="0"/>
              <a:t> </a:t>
            </a:r>
            <a:r>
              <a:rPr lang="en-GB" dirty="0" err="1"/>
              <a:t>totalul</a:t>
            </a:r>
            <a:r>
              <a:rPr lang="en-GB" dirty="0"/>
              <a:t> </a:t>
            </a:r>
            <a:r>
              <a:rPr lang="en-GB" dirty="0" err="1"/>
              <a:t>caracterelor</a:t>
            </a:r>
            <a:r>
              <a:rPr lang="en-GB" dirty="0"/>
              <a:t>, </a:t>
            </a:r>
            <a:r>
              <a:rPr lang="en-GB" dirty="0" err="1"/>
              <a:t>caracterele</a:t>
            </a:r>
            <a:r>
              <a:rPr lang="en-GB" dirty="0"/>
              <a:t> </a:t>
            </a:r>
            <a:r>
              <a:rPr lang="en-GB" dirty="0" err="1"/>
              <a:t>fără</a:t>
            </a:r>
            <a:r>
              <a:rPr lang="en-GB" dirty="0"/>
              <a:t> </a:t>
            </a:r>
            <a:r>
              <a:rPr lang="en-GB" dirty="0" err="1"/>
              <a:t>spații</a:t>
            </a:r>
            <a:r>
              <a:rPr lang="en-GB" dirty="0"/>
              <a:t> (</a:t>
            </a:r>
            <a:r>
              <a:rPr lang="en-GB" dirty="0" err="1"/>
              <a:t>printr</a:t>
            </a:r>
            <a:r>
              <a:rPr lang="en-GB" dirty="0"/>
              <a:t>-o </a:t>
            </a:r>
            <a:r>
              <a:rPr lang="en-GB" dirty="0" err="1"/>
              <a:t>iterare</a:t>
            </a:r>
            <a:r>
              <a:rPr lang="en-GB" dirty="0"/>
              <a:t> </a:t>
            </a:r>
            <a:r>
              <a:rPr lang="en-GB" dirty="0" err="1"/>
              <a:t>manuală</a:t>
            </a:r>
            <a:r>
              <a:rPr lang="en-GB" dirty="0"/>
              <a:t>), </a:t>
            </a:r>
            <a:r>
              <a:rPr lang="en-GB" dirty="0" err="1"/>
              <a:t>numărul</a:t>
            </a:r>
            <a:r>
              <a:rPr lang="en-GB" dirty="0"/>
              <a:t> de </a:t>
            </a:r>
            <a:r>
              <a:rPr lang="en-GB" dirty="0" err="1"/>
              <a:t>cuvinte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propoziții</a:t>
            </a:r>
            <a:r>
              <a:rPr lang="en-GB" dirty="0"/>
              <a:t>. La final, </a:t>
            </a:r>
            <a:r>
              <a:rPr lang="en-GB" dirty="0" err="1"/>
              <a:t>afișează</a:t>
            </a:r>
            <a:r>
              <a:rPr lang="en-GB" dirty="0"/>
              <a:t> </a:t>
            </a:r>
            <a:r>
              <a:rPr lang="en-GB" dirty="0" err="1"/>
              <a:t>rezultatele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înregistrează</a:t>
            </a:r>
            <a:r>
              <a:rPr lang="en-GB" dirty="0"/>
              <a:t> </a:t>
            </a:r>
            <a:r>
              <a:rPr lang="en-GB" dirty="0" err="1"/>
              <a:t>acțiunea</a:t>
            </a:r>
            <a:r>
              <a:rPr lang="en-GB" dirty="0"/>
              <a:t> </a:t>
            </a:r>
            <a:r>
              <a:rPr lang="en-GB" dirty="0" err="1"/>
              <a:t>folosind</a:t>
            </a:r>
            <a:r>
              <a:rPr lang="en-GB" dirty="0"/>
              <a:t> </a:t>
            </a:r>
            <a:r>
              <a:rPr lang="en-GB" dirty="0" err="1"/>
              <a:t>funcția</a:t>
            </a:r>
            <a:r>
              <a:rPr lang="en-GB" dirty="0"/>
              <a:t> </a:t>
            </a:r>
            <a:r>
              <a:rPr lang="en-GB" dirty="0" err="1"/>
              <a:t>log_actiune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7166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013AB774-B269-6A8E-8785-ACF65C9ECFB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3924" r="3924"/>
          <a:stretch/>
        </p:blipFill>
        <p:spPr>
          <a:prstGeom prst="roundRect">
            <a:avLst>
              <a:gd name="adj" fmla="val 0"/>
            </a:avLst>
          </a:prstGeom>
          <a:solidFill>
            <a:prstClr val="white">
              <a:lumMod val="95000"/>
            </a:prstClr>
          </a:solidFill>
          <a:ln w="152400">
            <a:noFill/>
          </a:ln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CB5F3A-F3F0-74ED-BCF5-CC9E30D90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780" y="0"/>
            <a:ext cx="6954220" cy="28007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B4116B-0FFB-1350-089D-AC9979ADA32D}"/>
              </a:ext>
            </a:extLst>
          </p:cNvPr>
          <p:cNvSpPr txBox="1"/>
          <p:nvPr/>
        </p:nvSpPr>
        <p:spPr>
          <a:xfrm>
            <a:off x="6096000" y="3019245"/>
            <a:ext cx="5921830" cy="2862322"/>
          </a:xfrm>
          <a:prstGeom prst="rect">
            <a:avLst/>
          </a:prstGeom>
          <a:noFill/>
          <a:ln w="38100">
            <a:solidFill>
              <a:srgbClr val="7030A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dirty="0" err="1"/>
              <a:t>Funcția</a:t>
            </a:r>
            <a:r>
              <a:rPr lang="en-GB" dirty="0"/>
              <a:t> </a:t>
            </a:r>
            <a:r>
              <a:rPr lang="en-GB" dirty="0" err="1"/>
              <a:t>analizează</a:t>
            </a:r>
            <a:r>
              <a:rPr lang="en-GB" dirty="0"/>
              <a:t> </a:t>
            </a:r>
            <a:r>
              <a:rPr lang="en-GB" dirty="0" err="1"/>
              <a:t>textul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trei</a:t>
            </a:r>
            <a:r>
              <a:rPr lang="en-GB" dirty="0"/>
              <a:t> </a:t>
            </a:r>
            <a:r>
              <a:rPr lang="en-GB" dirty="0" err="1"/>
              <a:t>etape</a:t>
            </a:r>
            <a:r>
              <a:rPr lang="en-GB" dirty="0"/>
              <a:t> </a:t>
            </a:r>
            <a:r>
              <a:rPr lang="en-GB" dirty="0" err="1"/>
              <a:t>distincte</a:t>
            </a:r>
            <a:r>
              <a:rPr lang="en-GB" dirty="0"/>
              <a:t>, </a:t>
            </a:r>
            <a:r>
              <a:rPr lang="en-GB" dirty="0" err="1"/>
              <a:t>implementate</a:t>
            </a:r>
            <a:r>
              <a:rPr lang="en-GB" dirty="0"/>
              <a:t> manual </a:t>
            </a:r>
            <a:r>
              <a:rPr lang="en-GB" dirty="0" err="1"/>
              <a:t>în</a:t>
            </a:r>
            <a:r>
              <a:rPr lang="en-GB" dirty="0"/>
              <a:t> scop didactic. Mai </a:t>
            </a:r>
            <a:r>
              <a:rPr lang="en-GB" dirty="0" err="1"/>
              <a:t>întâi</a:t>
            </a:r>
            <a:r>
              <a:rPr lang="en-GB" dirty="0"/>
              <a:t>, </a:t>
            </a:r>
            <a:r>
              <a:rPr lang="en-GB" dirty="0" err="1"/>
              <a:t>construiește</a:t>
            </a:r>
            <a:r>
              <a:rPr lang="en-GB" dirty="0"/>
              <a:t> un </a:t>
            </a:r>
            <a:r>
              <a:rPr lang="en-GB" dirty="0" err="1"/>
              <a:t>dicționar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a </a:t>
            </a:r>
            <a:r>
              <a:rPr lang="en-GB" dirty="0" err="1"/>
              <a:t>număra</a:t>
            </a:r>
            <a:r>
              <a:rPr lang="en-GB" dirty="0"/>
              <a:t> </a:t>
            </a:r>
            <a:r>
              <a:rPr lang="en-GB" dirty="0" err="1"/>
              <a:t>aparițiile</a:t>
            </a:r>
            <a:r>
              <a:rPr lang="en-GB" dirty="0"/>
              <a:t> </a:t>
            </a:r>
            <a:r>
              <a:rPr lang="en-GB" dirty="0" err="1"/>
              <a:t>fiecărui</a:t>
            </a:r>
            <a:r>
              <a:rPr lang="en-GB" dirty="0"/>
              <a:t> </a:t>
            </a:r>
            <a:r>
              <a:rPr lang="en-GB" dirty="0" err="1"/>
              <a:t>cuvânt</a:t>
            </a:r>
            <a:r>
              <a:rPr lang="en-GB" dirty="0"/>
              <a:t> </a:t>
            </a:r>
            <a:r>
              <a:rPr lang="en-GB" dirty="0" err="1"/>
              <a:t>identificat</a:t>
            </a:r>
            <a:r>
              <a:rPr lang="en-GB" dirty="0"/>
              <a:t>. </a:t>
            </a:r>
            <a:r>
              <a:rPr lang="en-GB" dirty="0" err="1"/>
              <a:t>Apoi</a:t>
            </a:r>
            <a:r>
              <a:rPr lang="en-GB" dirty="0"/>
              <a:t>, </a:t>
            </a:r>
            <a:r>
              <a:rPr lang="en-GB" dirty="0" err="1"/>
              <a:t>convertește</a:t>
            </a:r>
            <a:r>
              <a:rPr lang="en-GB" dirty="0"/>
              <a:t> </a:t>
            </a:r>
            <a:r>
              <a:rPr lang="en-GB" dirty="0" err="1"/>
              <a:t>datele</a:t>
            </a:r>
            <a:r>
              <a:rPr lang="en-GB" dirty="0"/>
              <a:t> </a:t>
            </a:r>
            <a:r>
              <a:rPr lang="en-GB" dirty="0" err="1"/>
              <a:t>într</a:t>
            </a:r>
            <a:r>
              <a:rPr lang="en-GB" dirty="0"/>
              <a:t>-o </a:t>
            </a:r>
            <a:r>
              <a:rPr lang="en-GB" dirty="0" err="1"/>
              <a:t>listă</a:t>
            </a:r>
            <a:r>
              <a:rPr lang="en-GB" dirty="0"/>
              <a:t> de </a:t>
            </a:r>
            <a:r>
              <a:rPr lang="en-GB" dirty="0" err="1"/>
              <a:t>perechi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aplică</a:t>
            </a:r>
            <a:r>
              <a:rPr lang="en-GB" dirty="0"/>
              <a:t> </a:t>
            </a:r>
            <a:r>
              <a:rPr lang="en-GB" dirty="0" err="1"/>
              <a:t>algoritmul</a:t>
            </a:r>
            <a:r>
              <a:rPr lang="en-GB" dirty="0"/>
              <a:t> </a:t>
            </a:r>
            <a:r>
              <a:rPr lang="en-GB" dirty="0" err="1"/>
              <a:t>clasic</a:t>
            </a:r>
            <a:r>
              <a:rPr lang="en-GB" dirty="0"/>
              <a:t> </a:t>
            </a:r>
            <a:r>
              <a:rPr lang="en-GB" b="1" dirty="0"/>
              <a:t>Bubble Sort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a le </a:t>
            </a:r>
            <a:r>
              <a:rPr lang="en-GB" dirty="0" err="1"/>
              <a:t>ordona</a:t>
            </a:r>
            <a:r>
              <a:rPr lang="en-GB" dirty="0"/>
              <a:t> </a:t>
            </a:r>
            <a:r>
              <a:rPr lang="en-GB" dirty="0" err="1"/>
              <a:t>descrescător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funcție</a:t>
            </a:r>
            <a:r>
              <a:rPr lang="en-GB" dirty="0"/>
              <a:t> de </a:t>
            </a:r>
            <a:r>
              <a:rPr lang="en-GB" dirty="0" err="1"/>
              <a:t>frecvență</a:t>
            </a:r>
            <a:r>
              <a:rPr lang="en-GB" dirty="0"/>
              <a:t>, </a:t>
            </a:r>
            <a:r>
              <a:rPr lang="en-GB" dirty="0" err="1"/>
              <a:t>evitând</a:t>
            </a:r>
            <a:r>
              <a:rPr lang="en-GB" dirty="0"/>
              <a:t> </a:t>
            </a:r>
            <a:r>
              <a:rPr lang="en-GB" dirty="0" err="1"/>
              <a:t>funcțiile</a:t>
            </a:r>
            <a:r>
              <a:rPr lang="en-GB" dirty="0"/>
              <a:t> standard de </a:t>
            </a:r>
            <a:r>
              <a:rPr lang="en-GB" dirty="0" err="1"/>
              <a:t>sortare</a:t>
            </a:r>
            <a:r>
              <a:rPr lang="en-GB" dirty="0"/>
              <a:t> ale Python. </a:t>
            </a:r>
            <a:r>
              <a:rPr lang="en-GB" dirty="0" err="1"/>
              <a:t>În</a:t>
            </a:r>
            <a:r>
              <a:rPr lang="en-GB" dirty="0"/>
              <a:t> final, </a:t>
            </a:r>
            <a:r>
              <a:rPr lang="en-GB" dirty="0" err="1"/>
              <a:t>extrage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afișează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dirty="0" err="1"/>
              <a:t>primele</a:t>
            </a:r>
            <a:r>
              <a:rPr lang="en-GB" dirty="0"/>
              <a:t> 5 </a:t>
            </a:r>
            <a:r>
              <a:rPr lang="en-GB" dirty="0" err="1"/>
              <a:t>cele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utilizate</a:t>
            </a:r>
            <a:r>
              <a:rPr lang="en-GB" dirty="0"/>
              <a:t> </a:t>
            </a:r>
            <a:r>
              <a:rPr lang="en-GB" dirty="0" err="1"/>
              <a:t>cuvinte</a:t>
            </a:r>
            <a:r>
              <a:rPr lang="en-GB" dirty="0"/>
              <a:t> ("Top 5"), </a:t>
            </a:r>
            <a:r>
              <a:rPr lang="en-GB" dirty="0" err="1"/>
              <a:t>salvând</a:t>
            </a:r>
            <a:r>
              <a:rPr lang="en-GB" dirty="0"/>
              <a:t> </a:t>
            </a:r>
            <a:r>
              <a:rPr lang="en-GB" dirty="0" err="1"/>
              <a:t>acest</a:t>
            </a:r>
            <a:r>
              <a:rPr lang="en-GB" dirty="0"/>
              <a:t> </a:t>
            </a:r>
            <a:r>
              <a:rPr lang="en-GB" dirty="0" err="1"/>
              <a:t>raport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istoricul</a:t>
            </a:r>
            <a:r>
              <a:rPr lang="en-GB" dirty="0"/>
              <a:t> de </a:t>
            </a:r>
            <a:r>
              <a:rPr lang="en-GB" dirty="0" err="1"/>
              <a:t>activitate</a:t>
            </a:r>
            <a:r>
              <a:rPr lang="en-GB" dirty="0"/>
              <a:t> (log).</a:t>
            </a:r>
          </a:p>
        </p:txBody>
      </p:sp>
    </p:spTree>
    <p:extLst>
      <p:ext uri="{BB962C8B-B14F-4D97-AF65-F5344CB8AC3E}">
        <p14:creationId xmlns:p14="http://schemas.microsoft.com/office/powerpoint/2010/main" val="9674658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B5B13E-9D8E-F791-3192-BDCA123D2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68378" cy="64779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07459D-29C3-189C-0522-9D74FE90FE47}"/>
              </a:ext>
            </a:extLst>
          </p:cNvPr>
          <p:cNvSpPr txBox="1"/>
          <p:nvPr/>
        </p:nvSpPr>
        <p:spPr>
          <a:xfrm>
            <a:off x="6727171" y="440480"/>
            <a:ext cx="4952996" cy="4247317"/>
          </a:xfrm>
          <a:custGeom>
            <a:avLst/>
            <a:gdLst>
              <a:gd name="csX0" fmla="*/ 0 w 4952996"/>
              <a:gd name="csY0" fmla="*/ 0 h 4247317"/>
              <a:gd name="csX1" fmla="*/ 4952996 w 4952996"/>
              <a:gd name="csY1" fmla="*/ 0 h 4247317"/>
              <a:gd name="csX2" fmla="*/ 4952996 w 4952996"/>
              <a:gd name="csY2" fmla="*/ 4247317 h 4247317"/>
              <a:gd name="csX3" fmla="*/ 0 w 4952996"/>
              <a:gd name="csY3" fmla="*/ 4247317 h 4247317"/>
              <a:gd name="csX4" fmla="*/ 0 w 4952996"/>
              <a:gd name="csY4" fmla="*/ 0 h 4247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952996" h="4247317" extrusionOk="0">
                <a:moveTo>
                  <a:pt x="0" y="0"/>
                </a:moveTo>
                <a:cubicBezTo>
                  <a:pt x="1767572" y="-168728"/>
                  <a:pt x="2609354" y="46789"/>
                  <a:pt x="4952996" y="0"/>
                </a:cubicBezTo>
                <a:cubicBezTo>
                  <a:pt x="4907590" y="1005669"/>
                  <a:pt x="5082652" y="3802198"/>
                  <a:pt x="4952996" y="4247317"/>
                </a:cubicBezTo>
                <a:cubicBezTo>
                  <a:pt x="3882565" y="4384395"/>
                  <a:pt x="1666898" y="4129674"/>
                  <a:pt x="0" y="4247317"/>
                </a:cubicBezTo>
                <a:cubicBezTo>
                  <a:pt x="25013" y="2286258"/>
                  <a:pt x="-90606" y="1812928"/>
                  <a:pt x="0" y="0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93851685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 err="1"/>
              <a:t>Funcția</a:t>
            </a:r>
            <a:r>
              <a:rPr lang="en-GB" dirty="0"/>
              <a:t> </a:t>
            </a:r>
            <a:r>
              <a:rPr lang="en-GB" dirty="0" err="1">
                <a:latin typeface="Courier New" panose="02070309020205020404" pitchFamily="49" charset="0"/>
              </a:rPr>
              <a:t>histograma_lungimi</a:t>
            </a:r>
            <a:r>
              <a:rPr lang="en-GB" dirty="0"/>
              <a:t> </a:t>
            </a:r>
            <a:r>
              <a:rPr lang="en-GB" dirty="0" err="1"/>
              <a:t>creează</a:t>
            </a:r>
            <a:r>
              <a:rPr lang="en-GB" dirty="0"/>
              <a:t> un </a:t>
            </a:r>
            <a:r>
              <a:rPr lang="en-GB" dirty="0" err="1"/>
              <a:t>grafic</a:t>
            </a:r>
            <a:r>
              <a:rPr lang="en-GB" dirty="0"/>
              <a:t> </a:t>
            </a:r>
            <a:r>
              <a:rPr lang="en-GB" dirty="0" err="1"/>
              <a:t>simplu</a:t>
            </a:r>
            <a:r>
              <a:rPr lang="en-GB" dirty="0"/>
              <a:t>, </a:t>
            </a:r>
            <a:r>
              <a:rPr lang="en-GB" dirty="0" err="1"/>
              <a:t>bazat</a:t>
            </a:r>
            <a:r>
              <a:rPr lang="en-GB" dirty="0"/>
              <a:t> pe text, care </a:t>
            </a:r>
            <a:r>
              <a:rPr lang="en-GB" dirty="0" err="1"/>
              <a:t>arată</a:t>
            </a:r>
            <a:r>
              <a:rPr lang="en-GB" dirty="0"/>
              <a:t> </a:t>
            </a:r>
            <a:r>
              <a:rPr lang="en-GB" dirty="0" err="1"/>
              <a:t>cât</a:t>
            </a:r>
            <a:r>
              <a:rPr lang="en-GB" dirty="0"/>
              <a:t> de lungi sunt </a:t>
            </a:r>
            <a:r>
              <a:rPr lang="en-GB" dirty="0" err="1"/>
              <a:t>cuvintele</a:t>
            </a:r>
            <a:r>
              <a:rPr lang="en-GB" dirty="0"/>
              <a:t> din </a:t>
            </a:r>
            <a:r>
              <a:rPr lang="en-GB" dirty="0" err="1"/>
              <a:t>textul</a:t>
            </a:r>
            <a:r>
              <a:rPr lang="en-GB" dirty="0"/>
              <a:t> </a:t>
            </a:r>
            <a:r>
              <a:rPr lang="en-GB" dirty="0" err="1"/>
              <a:t>tău</a:t>
            </a:r>
            <a:r>
              <a:rPr lang="en-GB" dirty="0"/>
              <a:t>.</a:t>
            </a:r>
          </a:p>
          <a:p>
            <a:pPr>
              <a:buNone/>
            </a:pPr>
            <a:r>
              <a:rPr lang="en-GB" dirty="0" err="1"/>
              <a:t>Concret</a:t>
            </a:r>
            <a:r>
              <a:rPr lang="en-GB" dirty="0"/>
              <a:t>, </a:t>
            </a:r>
            <a:r>
              <a:rPr lang="en-GB" dirty="0" err="1"/>
              <a:t>funcția</a:t>
            </a:r>
            <a:r>
              <a:rPr lang="en-GB" dirty="0"/>
              <a:t> face </a:t>
            </a:r>
            <a:r>
              <a:rPr lang="en-GB" dirty="0" err="1"/>
              <a:t>următoarele</a:t>
            </a:r>
            <a:r>
              <a:rPr lang="en-GB" dirty="0"/>
              <a:t>: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Verifică</a:t>
            </a:r>
            <a:r>
              <a:rPr lang="en-GB" dirty="0"/>
              <a:t> </a:t>
            </a:r>
            <a:r>
              <a:rPr lang="en-GB" dirty="0" err="1"/>
              <a:t>dacă</a:t>
            </a:r>
            <a:r>
              <a:rPr lang="en-GB" dirty="0"/>
              <a:t> </a:t>
            </a:r>
            <a:r>
              <a:rPr lang="en-GB" dirty="0" err="1"/>
              <a:t>există</a:t>
            </a:r>
            <a:r>
              <a:rPr lang="en-GB" dirty="0"/>
              <a:t> text </a:t>
            </a:r>
            <a:r>
              <a:rPr lang="en-GB" dirty="0" err="1"/>
              <a:t>încărcat</a:t>
            </a:r>
            <a:r>
              <a:rPr lang="en-GB" dirty="0"/>
              <a:t>; </a:t>
            </a:r>
            <a:r>
              <a:rPr lang="en-GB" dirty="0" err="1"/>
              <a:t>dacă</a:t>
            </a:r>
            <a:r>
              <a:rPr lang="en-GB" dirty="0"/>
              <a:t> nu, se </a:t>
            </a:r>
            <a:r>
              <a:rPr lang="en-GB" dirty="0" err="1"/>
              <a:t>oprește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Numără</a:t>
            </a:r>
            <a:r>
              <a:rPr lang="en-GB" dirty="0"/>
              <a:t> </a:t>
            </a:r>
            <a:r>
              <a:rPr lang="en-GB" dirty="0" err="1"/>
              <a:t>câte</a:t>
            </a:r>
            <a:r>
              <a:rPr lang="en-GB" dirty="0"/>
              <a:t> </a:t>
            </a:r>
            <a:r>
              <a:rPr lang="en-GB" dirty="0" err="1"/>
              <a:t>litere</a:t>
            </a:r>
            <a:r>
              <a:rPr lang="en-GB" dirty="0"/>
              <a:t> are </a:t>
            </a:r>
            <a:r>
              <a:rPr lang="en-GB" dirty="0" err="1"/>
              <a:t>fiecare</a:t>
            </a:r>
            <a:r>
              <a:rPr lang="en-GB" dirty="0"/>
              <a:t> </a:t>
            </a:r>
            <a:r>
              <a:rPr lang="en-GB" dirty="0" err="1"/>
              <a:t>cuvânt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grupează</a:t>
            </a:r>
            <a:r>
              <a:rPr lang="en-GB" dirty="0"/>
              <a:t> </a:t>
            </a:r>
            <a:r>
              <a:rPr lang="en-GB" dirty="0" err="1"/>
              <a:t>rezultatele</a:t>
            </a:r>
            <a:r>
              <a:rPr lang="en-GB" dirty="0"/>
              <a:t> (de </a:t>
            </a:r>
            <a:r>
              <a:rPr lang="en-GB" dirty="0" err="1"/>
              <a:t>exemplu</a:t>
            </a:r>
            <a:r>
              <a:rPr lang="en-GB" dirty="0"/>
              <a:t>: 5 </a:t>
            </a:r>
            <a:r>
              <a:rPr lang="en-GB" dirty="0" err="1"/>
              <a:t>cuvinte</a:t>
            </a:r>
            <a:r>
              <a:rPr lang="en-GB" dirty="0"/>
              <a:t> au 3 </a:t>
            </a:r>
            <a:r>
              <a:rPr lang="en-GB" dirty="0" err="1"/>
              <a:t>litere</a:t>
            </a:r>
            <a:r>
              <a:rPr lang="en-GB" dirty="0"/>
              <a:t>, 2 </a:t>
            </a:r>
            <a:r>
              <a:rPr lang="en-GB" dirty="0" err="1"/>
              <a:t>cuvinte</a:t>
            </a:r>
            <a:r>
              <a:rPr lang="en-GB" dirty="0"/>
              <a:t> au 4 </a:t>
            </a:r>
            <a:r>
              <a:rPr lang="en-GB" dirty="0" err="1"/>
              <a:t>litere</a:t>
            </a:r>
            <a:r>
              <a:rPr lang="en-GB" dirty="0"/>
              <a:t>).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Desenează</a:t>
            </a:r>
            <a:r>
              <a:rPr lang="en-GB" dirty="0"/>
              <a:t> </a:t>
            </a:r>
            <a:r>
              <a:rPr lang="en-GB" dirty="0" err="1"/>
              <a:t>graficul</a:t>
            </a:r>
            <a:r>
              <a:rPr lang="en-GB" dirty="0"/>
              <a:t> </a:t>
            </a:r>
            <a:r>
              <a:rPr lang="en-GB" dirty="0" err="1"/>
              <a:t>parcurgând</a:t>
            </a:r>
            <a:r>
              <a:rPr lang="en-GB" dirty="0"/>
              <a:t> </a:t>
            </a:r>
            <a:r>
              <a:rPr lang="en-GB" dirty="0" err="1"/>
              <a:t>lungimile</a:t>
            </a:r>
            <a:r>
              <a:rPr lang="en-GB" dirty="0"/>
              <a:t> de la 1 la 15. </a:t>
            </a:r>
            <a:r>
              <a:rPr lang="en-GB" dirty="0" err="1"/>
              <a:t>Folosește</a:t>
            </a:r>
            <a:r>
              <a:rPr lang="en-GB" dirty="0"/>
              <a:t> </a:t>
            </a:r>
            <a:r>
              <a:rPr lang="en-GB" dirty="0" err="1"/>
              <a:t>caracterul</a:t>
            </a:r>
            <a:r>
              <a:rPr lang="en-GB" dirty="0"/>
              <a:t> </a:t>
            </a:r>
            <a:r>
              <a:rPr lang="en-GB" dirty="0">
                <a:latin typeface="Courier New" panose="02070309020205020404" pitchFamily="49" charset="0"/>
              </a:rPr>
              <a:t>#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a </a:t>
            </a:r>
            <a:r>
              <a:rPr lang="en-GB" dirty="0" err="1"/>
              <a:t>crea</a:t>
            </a:r>
            <a:r>
              <a:rPr lang="en-GB" dirty="0"/>
              <a:t> bare </a:t>
            </a:r>
            <a:r>
              <a:rPr lang="en-GB" dirty="0" err="1"/>
              <a:t>vizuale</a:t>
            </a:r>
            <a:r>
              <a:rPr lang="en-GB" dirty="0"/>
              <a:t> </a:t>
            </a:r>
            <a:r>
              <a:rPr lang="en-GB" dirty="0" err="1"/>
              <a:t>proporționale</a:t>
            </a:r>
            <a:r>
              <a:rPr lang="en-GB" dirty="0"/>
              <a:t> cu </a:t>
            </a:r>
            <a:r>
              <a:rPr lang="en-GB" dirty="0" err="1"/>
              <a:t>numărul</a:t>
            </a:r>
            <a:r>
              <a:rPr lang="en-GB" dirty="0"/>
              <a:t> de </a:t>
            </a:r>
            <a:r>
              <a:rPr lang="en-GB" dirty="0" err="1"/>
              <a:t>cuvinte</a:t>
            </a:r>
            <a:r>
              <a:rPr lang="en-GB" dirty="0"/>
              <a:t> (ex: </a:t>
            </a:r>
            <a:r>
              <a:rPr lang="en-GB" dirty="0">
                <a:latin typeface="Courier New" panose="02070309020205020404" pitchFamily="49" charset="0"/>
              </a:rPr>
              <a:t>###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3 </a:t>
            </a:r>
            <a:r>
              <a:rPr lang="en-GB" dirty="0" err="1"/>
              <a:t>cuvinte</a:t>
            </a:r>
            <a:r>
              <a:rPr lang="en-GB" dirty="0"/>
              <a:t>).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Afișează</a:t>
            </a:r>
            <a:r>
              <a:rPr lang="en-GB" dirty="0"/>
              <a:t> </a:t>
            </a:r>
            <a:r>
              <a:rPr lang="en-GB" dirty="0" err="1"/>
              <a:t>rezultatul</a:t>
            </a:r>
            <a:r>
              <a:rPr lang="en-GB" dirty="0"/>
              <a:t> final pe </a:t>
            </a:r>
            <a:r>
              <a:rPr lang="en-GB" dirty="0" err="1"/>
              <a:t>ecran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îl</a:t>
            </a:r>
            <a:r>
              <a:rPr lang="en-GB" dirty="0"/>
              <a:t> </a:t>
            </a:r>
            <a:r>
              <a:rPr lang="en-GB" dirty="0" err="1"/>
              <a:t>salvează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istoricul</a:t>
            </a:r>
            <a:r>
              <a:rPr lang="en-GB" dirty="0"/>
              <a:t> </a:t>
            </a:r>
            <a:r>
              <a:rPr lang="en-GB" dirty="0" err="1"/>
              <a:t>aplicației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5064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05103A-D632-BC3D-0E7C-7CCA6CD811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374" b="-1"/>
          <a:stretch>
            <a:fillRect/>
          </a:stretch>
        </p:blipFill>
        <p:spPr>
          <a:xfrm>
            <a:off x="-1" y="0"/>
            <a:ext cx="5005613" cy="5796951"/>
          </a:xfrm>
          <a:prstGeom prst="roundRect">
            <a:avLst>
              <a:gd name="adj" fmla="val 0"/>
            </a:avLst>
          </a:prstGeom>
          <a:noFill/>
          <a:ln w="152400">
            <a:noFill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1C1710-FB8B-C999-3E63-F4F18094EDEF}"/>
              </a:ext>
            </a:extLst>
          </p:cNvPr>
          <p:cNvSpPr txBox="1"/>
          <p:nvPr/>
        </p:nvSpPr>
        <p:spPr>
          <a:xfrm>
            <a:off x="5557704" y="1523992"/>
            <a:ext cx="6398507" cy="347787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 err="1">
                <a:latin typeface="+mj-lt"/>
              </a:rPr>
              <a:t>Această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funcție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calculează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frecvența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unui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cuvânt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introdus</a:t>
            </a:r>
            <a:r>
              <a:rPr lang="en-GB" sz="2000" dirty="0">
                <a:latin typeface="+mj-lt"/>
              </a:rPr>
              <a:t> de </a:t>
            </a:r>
            <a:r>
              <a:rPr lang="en-GB" sz="2000" dirty="0" err="1">
                <a:latin typeface="+mj-lt"/>
              </a:rPr>
              <a:t>utilizator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în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variabila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globală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text_curent</a:t>
            </a:r>
            <a:r>
              <a:rPr lang="en-GB" sz="2000" dirty="0">
                <a:latin typeface="+mj-lt"/>
              </a:rPr>
              <a:t>.</a:t>
            </a:r>
          </a:p>
          <a:p>
            <a:pPr>
              <a:buNone/>
            </a:pPr>
            <a:r>
              <a:rPr lang="en-GB" sz="2000" dirty="0" err="1">
                <a:latin typeface="+mj-lt"/>
              </a:rPr>
              <a:t>Procesul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este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următorul</a:t>
            </a:r>
            <a:r>
              <a:rPr lang="en-GB" sz="2000" dirty="0">
                <a:latin typeface="+mj-lt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GB" sz="2000" b="1" dirty="0" err="1">
                <a:latin typeface="+mj-lt"/>
              </a:rPr>
              <a:t>Validare</a:t>
            </a:r>
            <a:r>
              <a:rPr lang="en-GB" sz="2000" b="1" dirty="0">
                <a:latin typeface="+mj-lt"/>
              </a:rPr>
              <a:t>: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Verifică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dacă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există</a:t>
            </a:r>
            <a:r>
              <a:rPr lang="en-GB" sz="2000" dirty="0">
                <a:latin typeface="+mj-lt"/>
              </a:rPr>
              <a:t> text; </a:t>
            </a:r>
            <a:r>
              <a:rPr lang="en-GB" sz="2000" dirty="0" err="1">
                <a:latin typeface="+mj-lt"/>
              </a:rPr>
              <a:t>dacă</a:t>
            </a:r>
            <a:r>
              <a:rPr lang="en-GB" sz="2000" dirty="0">
                <a:latin typeface="+mj-lt"/>
              </a:rPr>
              <a:t> nu, </a:t>
            </a:r>
            <a:r>
              <a:rPr lang="en-GB" sz="2000" dirty="0" err="1">
                <a:latin typeface="+mj-lt"/>
              </a:rPr>
              <a:t>afișează</a:t>
            </a:r>
            <a:r>
              <a:rPr lang="en-GB" sz="2000" dirty="0">
                <a:latin typeface="+mj-lt"/>
              </a:rPr>
              <a:t> o </a:t>
            </a:r>
            <a:r>
              <a:rPr lang="en-GB" sz="2000" dirty="0" err="1">
                <a:latin typeface="+mj-lt"/>
              </a:rPr>
              <a:t>eroare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și</a:t>
            </a:r>
            <a:r>
              <a:rPr lang="en-GB" sz="2000" dirty="0">
                <a:latin typeface="+mj-lt"/>
              </a:rPr>
              <a:t> se </a:t>
            </a:r>
            <a:r>
              <a:rPr lang="en-GB" sz="2000" dirty="0" err="1">
                <a:latin typeface="+mj-lt"/>
              </a:rPr>
              <a:t>oprește</a:t>
            </a:r>
            <a:r>
              <a:rPr lang="en-GB" sz="2000" dirty="0">
                <a:latin typeface="+mj-lt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sz="2000" b="1" dirty="0" err="1">
                <a:latin typeface="+mj-lt"/>
              </a:rPr>
              <a:t>Căutare</a:t>
            </a:r>
            <a:r>
              <a:rPr lang="en-GB" sz="2000" b="1" dirty="0">
                <a:latin typeface="+mj-lt"/>
              </a:rPr>
              <a:t>: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Preia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termenul</a:t>
            </a:r>
            <a:r>
              <a:rPr lang="en-GB" sz="2000" dirty="0">
                <a:latin typeface="+mj-lt"/>
              </a:rPr>
              <a:t> de la </a:t>
            </a:r>
            <a:r>
              <a:rPr lang="en-GB" sz="2000" dirty="0" err="1">
                <a:latin typeface="+mj-lt"/>
              </a:rPr>
              <a:t>tastatură</a:t>
            </a:r>
            <a:r>
              <a:rPr lang="en-GB" sz="2000" dirty="0">
                <a:latin typeface="+mj-lt"/>
              </a:rPr>
              <a:t> (</a:t>
            </a:r>
            <a:r>
              <a:rPr lang="en-GB" sz="2000" dirty="0" err="1">
                <a:latin typeface="+mj-lt"/>
              </a:rPr>
              <a:t>transformat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în</a:t>
            </a:r>
            <a:r>
              <a:rPr lang="en-GB" sz="2000" dirty="0">
                <a:latin typeface="+mj-lt"/>
              </a:rPr>
              <a:t> minuscule), </a:t>
            </a:r>
            <a:r>
              <a:rPr lang="en-GB" sz="2000" dirty="0" err="1">
                <a:latin typeface="+mj-lt"/>
              </a:rPr>
              <a:t>extrage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cuvintele</a:t>
            </a:r>
            <a:r>
              <a:rPr lang="en-GB" sz="2000" dirty="0">
                <a:latin typeface="+mj-lt"/>
              </a:rPr>
              <a:t> din text </a:t>
            </a:r>
            <a:r>
              <a:rPr lang="en-GB" sz="2000" dirty="0" err="1">
                <a:latin typeface="+mj-lt"/>
              </a:rPr>
              <a:t>și</a:t>
            </a:r>
            <a:r>
              <a:rPr lang="en-GB" sz="2000" dirty="0">
                <a:latin typeface="+mj-lt"/>
              </a:rPr>
              <a:t> le </a:t>
            </a:r>
            <a:r>
              <a:rPr lang="en-GB" sz="2000" dirty="0" err="1">
                <a:latin typeface="+mj-lt"/>
              </a:rPr>
              <a:t>parcurge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pentru</a:t>
            </a:r>
            <a:r>
              <a:rPr lang="en-GB" sz="2000" dirty="0">
                <a:latin typeface="+mj-lt"/>
              </a:rPr>
              <a:t> a </a:t>
            </a:r>
            <a:r>
              <a:rPr lang="en-GB" sz="2000" dirty="0" err="1">
                <a:latin typeface="+mj-lt"/>
              </a:rPr>
              <a:t>număra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aparițiile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exacte</a:t>
            </a:r>
            <a:r>
              <a:rPr lang="en-GB" sz="2000" dirty="0">
                <a:latin typeface="+mj-lt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sz="2000" b="1" dirty="0" err="1">
                <a:latin typeface="+mj-lt"/>
              </a:rPr>
              <a:t>Finalizare</a:t>
            </a:r>
            <a:r>
              <a:rPr lang="en-GB" sz="2000" b="1" dirty="0">
                <a:latin typeface="+mj-lt"/>
              </a:rPr>
              <a:t>: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Afișează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numărul</a:t>
            </a:r>
            <a:r>
              <a:rPr lang="en-GB" sz="2000" dirty="0">
                <a:latin typeface="+mj-lt"/>
              </a:rPr>
              <a:t> de </a:t>
            </a:r>
            <a:r>
              <a:rPr lang="en-GB" sz="2000" dirty="0" err="1">
                <a:latin typeface="+mj-lt"/>
              </a:rPr>
              <a:t>potriviri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găsite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și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înregistrează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operațiunea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în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istoric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prin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funcția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log_actiune</a:t>
            </a:r>
            <a:r>
              <a:rPr lang="en-GB" sz="20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6352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DF33CD-28A7-BC32-2659-A395907A3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966" y="0"/>
            <a:ext cx="638503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22B174-B2EC-1A5E-63BC-F310D95D2F7A}"/>
              </a:ext>
            </a:extLst>
          </p:cNvPr>
          <p:cNvSpPr txBox="1"/>
          <p:nvPr/>
        </p:nvSpPr>
        <p:spPr>
          <a:xfrm>
            <a:off x="105674" y="1382286"/>
            <a:ext cx="5561881" cy="409342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 err="1">
                <a:latin typeface="+mj-lt"/>
              </a:rPr>
              <a:t>Funcția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raport_vocale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analizează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conținutul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variabilei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globale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text_curent</a:t>
            </a:r>
            <a:r>
              <a:rPr lang="en-GB" sz="2000" dirty="0">
                <a:latin typeface="+mj-lt"/>
              </a:rPr>
              <a:t>. </a:t>
            </a:r>
            <a:r>
              <a:rPr lang="en-GB" sz="2000" dirty="0" err="1">
                <a:latin typeface="+mj-lt"/>
              </a:rPr>
              <a:t>În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primul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rând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verifică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dacă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textul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este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gol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și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oprește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execuția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dacă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este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cazul</a:t>
            </a:r>
            <a:r>
              <a:rPr lang="en-GB" sz="2000" dirty="0">
                <a:latin typeface="+mj-lt"/>
              </a:rPr>
              <a:t>.</a:t>
            </a:r>
          </a:p>
          <a:p>
            <a:pPr>
              <a:buNone/>
            </a:pPr>
            <a:r>
              <a:rPr lang="en-GB" sz="2000" dirty="0" err="1">
                <a:latin typeface="+mj-lt"/>
              </a:rPr>
              <a:t>Dacă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există</a:t>
            </a:r>
            <a:r>
              <a:rPr lang="en-GB" sz="2000" dirty="0">
                <a:latin typeface="+mj-lt"/>
              </a:rPr>
              <a:t> text, </a:t>
            </a:r>
            <a:r>
              <a:rPr lang="en-GB" sz="2000" dirty="0" err="1">
                <a:latin typeface="+mj-lt"/>
              </a:rPr>
              <a:t>funcția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parcurge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fiecare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caracter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și</a:t>
            </a:r>
            <a:r>
              <a:rPr lang="en-GB" sz="2000" dirty="0">
                <a:latin typeface="+mj-lt"/>
              </a:rPr>
              <a:t> </a:t>
            </a:r>
            <a:r>
              <a:rPr lang="en-GB" sz="2000" b="1" dirty="0" err="1">
                <a:latin typeface="+mj-lt"/>
              </a:rPr>
              <a:t>numără</a:t>
            </a:r>
            <a:r>
              <a:rPr lang="en-GB" sz="2000" b="1" dirty="0">
                <a:latin typeface="+mj-lt"/>
              </a:rPr>
              <a:t> </a:t>
            </a:r>
            <a:r>
              <a:rPr lang="en-GB" sz="2000" b="1" dirty="0" err="1">
                <a:latin typeface="+mj-lt"/>
              </a:rPr>
              <a:t>separat</a:t>
            </a:r>
            <a:r>
              <a:rPr lang="en-GB" sz="2000" b="1" dirty="0">
                <a:latin typeface="+mj-lt"/>
              </a:rPr>
              <a:t> </a:t>
            </a:r>
            <a:r>
              <a:rPr lang="en-GB" sz="2000" b="1" dirty="0" err="1">
                <a:latin typeface="+mj-lt"/>
              </a:rPr>
              <a:t>vocalele</a:t>
            </a:r>
            <a:r>
              <a:rPr lang="en-GB" sz="2000" b="1" dirty="0">
                <a:latin typeface="+mj-lt"/>
              </a:rPr>
              <a:t> </a:t>
            </a:r>
            <a:r>
              <a:rPr lang="en-GB" sz="2000" b="1" dirty="0" err="1">
                <a:latin typeface="+mj-lt"/>
              </a:rPr>
              <a:t>și</a:t>
            </a:r>
            <a:r>
              <a:rPr lang="en-GB" sz="2000" b="1" dirty="0">
                <a:latin typeface="+mj-lt"/>
              </a:rPr>
              <a:t> </a:t>
            </a:r>
            <a:r>
              <a:rPr lang="en-GB" sz="2000" b="1" dirty="0" err="1">
                <a:latin typeface="+mj-lt"/>
              </a:rPr>
              <a:t>consoanele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ignorând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orice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caracter</a:t>
            </a:r>
            <a:r>
              <a:rPr lang="en-GB" sz="2000" dirty="0">
                <a:latin typeface="+mj-lt"/>
              </a:rPr>
              <a:t> care nu </a:t>
            </a:r>
            <a:r>
              <a:rPr lang="en-GB" sz="2000" dirty="0" err="1">
                <a:latin typeface="+mj-lt"/>
              </a:rPr>
              <a:t>este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literă</a:t>
            </a:r>
            <a:r>
              <a:rPr lang="en-GB" sz="2000" dirty="0">
                <a:latin typeface="+mj-lt"/>
              </a:rPr>
              <a:t> (</a:t>
            </a:r>
            <a:r>
              <a:rPr lang="en-GB" sz="2000" dirty="0" err="1">
                <a:latin typeface="+mj-lt"/>
              </a:rPr>
              <a:t>cifre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punctuație</a:t>
            </a:r>
            <a:r>
              <a:rPr lang="en-GB" sz="2000" dirty="0">
                <a:latin typeface="+mj-lt"/>
              </a:rPr>
              <a:t>). Ulterior, </a:t>
            </a:r>
            <a:r>
              <a:rPr lang="en-GB" sz="2000" dirty="0" err="1">
                <a:latin typeface="+mj-lt"/>
              </a:rPr>
              <a:t>calculează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raportul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matematic</a:t>
            </a:r>
            <a:r>
              <a:rPr lang="en-GB" sz="2000" dirty="0">
                <a:latin typeface="+mj-lt"/>
              </a:rPr>
              <a:t> (</a:t>
            </a:r>
            <a:r>
              <a:rPr lang="en-GB" sz="2000" dirty="0" err="1">
                <a:latin typeface="+mj-lt"/>
              </a:rPr>
              <a:t>vocale</a:t>
            </a:r>
            <a:r>
              <a:rPr lang="en-GB" sz="2000" dirty="0">
                <a:latin typeface="+mj-lt"/>
              </a:rPr>
              <a:t>/</a:t>
            </a:r>
            <a:r>
              <a:rPr lang="en-GB" sz="2000" dirty="0" err="1">
                <a:latin typeface="+mj-lt"/>
              </a:rPr>
              <a:t>consoane</a:t>
            </a:r>
            <a:r>
              <a:rPr lang="en-GB" sz="2000" dirty="0">
                <a:latin typeface="+mj-lt"/>
              </a:rPr>
              <a:t>), </a:t>
            </a:r>
            <a:r>
              <a:rPr lang="en-GB" sz="2000" dirty="0" err="1">
                <a:latin typeface="+mj-lt"/>
              </a:rPr>
              <a:t>gestionând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cazul</a:t>
            </a:r>
            <a:r>
              <a:rPr lang="en-GB" sz="2000" dirty="0">
                <a:latin typeface="+mj-lt"/>
              </a:rPr>
              <a:t> special al </a:t>
            </a:r>
            <a:r>
              <a:rPr lang="en-GB" sz="2000" dirty="0" err="1">
                <a:latin typeface="+mj-lt"/>
              </a:rPr>
              <a:t>împărțirii</a:t>
            </a:r>
            <a:r>
              <a:rPr lang="en-GB" sz="2000" dirty="0">
                <a:latin typeface="+mj-lt"/>
              </a:rPr>
              <a:t> la zero. La final, </a:t>
            </a:r>
            <a:r>
              <a:rPr lang="en-GB" sz="2000" dirty="0" err="1">
                <a:latin typeface="+mj-lt"/>
              </a:rPr>
              <a:t>afișează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statisticile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formatate</a:t>
            </a:r>
            <a:r>
              <a:rPr lang="en-GB" sz="2000" dirty="0">
                <a:latin typeface="+mj-lt"/>
              </a:rPr>
              <a:t> (</a:t>
            </a:r>
            <a:r>
              <a:rPr lang="en-GB" sz="2000" dirty="0" err="1">
                <a:latin typeface="+mj-lt"/>
              </a:rPr>
              <a:t>inclusiv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raportul</a:t>
            </a:r>
            <a:r>
              <a:rPr lang="en-GB" sz="2000" dirty="0">
                <a:latin typeface="+mj-lt"/>
              </a:rPr>
              <a:t> cu </a:t>
            </a:r>
            <a:r>
              <a:rPr lang="en-GB" sz="2000" dirty="0" err="1">
                <a:latin typeface="+mj-lt"/>
              </a:rPr>
              <a:t>două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zecimale</a:t>
            </a:r>
            <a:r>
              <a:rPr lang="en-GB" sz="2000" dirty="0">
                <a:latin typeface="+mj-lt"/>
              </a:rPr>
              <a:t>) </a:t>
            </a:r>
            <a:r>
              <a:rPr lang="en-GB" sz="2000" dirty="0" err="1">
                <a:latin typeface="+mj-lt"/>
              </a:rPr>
              <a:t>și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înregistrează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rezultatul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prin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funcția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log_actiune</a:t>
            </a:r>
            <a:r>
              <a:rPr lang="en-GB" sz="20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8496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489FD8-D3A4-8444-2D44-69B6726A3B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383"/>
          <a:stretch>
            <a:fillRect/>
          </a:stretch>
        </p:blipFill>
        <p:spPr>
          <a:xfrm>
            <a:off x="20" y="10"/>
            <a:ext cx="5921810" cy="6857990"/>
          </a:xfrm>
          <a:prstGeom prst="roundRect">
            <a:avLst>
              <a:gd name="adj" fmla="val 0"/>
            </a:avLst>
          </a:prstGeom>
          <a:noFill/>
          <a:ln w="152400"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E7AF47-B610-11EC-01AC-4FD36D2B8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4610743" cy="1409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B52DE8-D42B-0757-0F23-CCB0037414F3}"/>
              </a:ext>
            </a:extLst>
          </p:cNvPr>
          <p:cNvSpPr txBox="1"/>
          <p:nvPr/>
        </p:nvSpPr>
        <p:spPr>
          <a:xfrm>
            <a:off x="6270172" y="1921979"/>
            <a:ext cx="5045015" cy="4093428"/>
          </a:xfrm>
          <a:prstGeom prst="rect">
            <a:avLst/>
          </a:prstGeom>
          <a:noFill/>
          <a:ln w="76200">
            <a:solidFill>
              <a:srgbClr val="FFC000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 err="1"/>
              <a:t>Funcția</a:t>
            </a:r>
            <a:r>
              <a:rPr lang="en-GB" sz="2000" dirty="0"/>
              <a:t> </a:t>
            </a:r>
            <a:r>
              <a:rPr lang="en-GB" sz="2000" dirty="0" err="1"/>
              <a:t>analizează</a:t>
            </a:r>
            <a:r>
              <a:rPr lang="en-GB" sz="2000" dirty="0"/>
              <a:t> </a:t>
            </a:r>
            <a:r>
              <a:rPr lang="en-GB" sz="2000" dirty="0" err="1"/>
              <a:t>textul</a:t>
            </a:r>
            <a:r>
              <a:rPr lang="en-GB" sz="2000" dirty="0"/>
              <a:t> global (</a:t>
            </a:r>
            <a:r>
              <a:rPr lang="en-GB" sz="2000" dirty="0" err="1"/>
              <a:t>text_curent</a:t>
            </a:r>
            <a:r>
              <a:rPr lang="en-GB" sz="2000" dirty="0"/>
              <a:t>) </a:t>
            </a:r>
            <a:r>
              <a:rPr lang="en-GB" sz="2000" dirty="0" err="1"/>
              <a:t>pentru</a:t>
            </a:r>
            <a:r>
              <a:rPr lang="en-GB" sz="2000" dirty="0"/>
              <a:t> a </a:t>
            </a:r>
            <a:r>
              <a:rPr lang="en-GB" sz="2000" dirty="0" err="1"/>
              <a:t>identifica</a:t>
            </a:r>
            <a:r>
              <a:rPr lang="en-GB" sz="2000" dirty="0"/>
              <a:t> </a:t>
            </a:r>
            <a:r>
              <a:rPr lang="en-GB" sz="2000" b="1" dirty="0" err="1"/>
              <a:t>palindroame</a:t>
            </a:r>
            <a:r>
              <a:rPr lang="en-GB" sz="2000" dirty="0"/>
              <a:t> (</a:t>
            </a:r>
            <a:r>
              <a:rPr lang="en-GB" sz="2000" dirty="0" err="1"/>
              <a:t>cuvinte</a:t>
            </a:r>
            <a:r>
              <a:rPr lang="en-GB" sz="2000" dirty="0"/>
              <a:t> </a:t>
            </a:r>
            <a:r>
              <a:rPr lang="en-GB" sz="2000" dirty="0" err="1"/>
              <a:t>simetrice</a:t>
            </a:r>
            <a:r>
              <a:rPr lang="en-GB" sz="2000" dirty="0"/>
              <a:t>). </a:t>
            </a:r>
            <a:r>
              <a:rPr lang="en-GB" sz="2000" dirty="0" err="1"/>
              <a:t>Algoritmul</a:t>
            </a:r>
            <a:r>
              <a:rPr lang="en-GB" sz="2000" dirty="0"/>
              <a:t> </a:t>
            </a:r>
            <a:r>
              <a:rPr lang="en-GB" sz="2000" dirty="0" err="1"/>
              <a:t>parcurge</a:t>
            </a:r>
            <a:r>
              <a:rPr lang="en-GB" sz="2000" dirty="0"/>
              <a:t> </a:t>
            </a:r>
            <a:r>
              <a:rPr lang="en-GB" sz="2000" dirty="0" err="1"/>
              <a:t>lista</a:t>
            </a:r>
            <a:r>
              <a:rPr lang="en-GB" sz="2000" dirty="0"/>
              <a:t> de </a:t>
            </a:r>
            <a:r>
              <a:rPr lang="en-GB" sz="2000" dirty="0" err="1"/>
              <a:t>cuvinte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le </a:t>
            </a:r>
            <a:r>
              <a:rPr lang="en-GB" sz="2000" dirty="0" err="1"/>
              <a:t>selectează</a:t>
            </a:r>
            <a:r>
              <a:rPr lang="en-GB" sz="2000" dirty="0"/>
              <a:t> </a:t>
            </a:r>
            <a:r>
              <a:rPr lang="en-GB" sz="2000" dirty="0" err="1"/>
              <a:t>doar</a:t>
            </a:r>
            <a:r>
              <a:rPr lang="en-GB" sz="2000" dirty="0"/>
              <a:t> pe </a:t>
            </a:r>
            <a:r>
              <a:rPr lang="en-GB" sz="2000" dirty="0" err="1"/>
              <a:t>cele</a:t>
            </a:r>
            <a:r>
              <a:rPr lang="en-GB" sz="2000" dirty="0"/>
              <a:t> </a:t>
            </a:r>
            <a:r>
              <a:rPr lang="en-GB" sz="2000" b="1" dirty="0" err="1"/>
              <a:t>mai</a:t>
            </a:r>
            <a:r>
              <a:rPr lang="en-GB" sz="2000" b="1" dirty="0"/>
              <a:t> lungi de </a:t>
            </a:r>
            <a:r>
              <a:rPr lang="en-GB" sz="2000" b="1" dirty="0" err="1"/>
              <a:t>două</a:t>
            </a:r>
            <a:r>
              <a:rPr lang="en-GB" sz="2000" b="1" dirty="0"/>
              <a:t> </a:t>
            </a:r>
            <a:r>
              <a:rPr lang="en-GB" sz="2000" b="1" dirty="0" err="1"/>
              <a:t>litere</a:t>
            </a:r>
            <a:r>
              <a:rPr lang="en-GB" sz="2000" dirty="0"/>
              <a:t>.</a:t>
            </a:r>
          </a:p>
          <a:p>
            <a:pPr>
              <a:buNone/>
            </a:pPr>
            <a:r>
              <a:rPr lang="en-GB" sz="2000" dirty="0" err="1"/>
              <a:t>Verificarea</a:t>
            </a:r>
            <a:r>
              <a:rPr lang="en-GB" sz="2000" dirty="0"/>
              <a:t> se face manual, </a:t>
            </a:r>
            <a:r>
              <a:rPr lang="en-GB" sz="2000" dirty="0" err="1"/>
              <a:t>comparând</a:t>
            </a:r>
            <a:r>
              <a:rPr lang="en-GB" sz="2000" dirty="0"/>
              <a:t> </a:t>
            </a:r>
            <a:r>
              <a:rPr lang="en-GB" sz="2000" dirty="0" err="1"/>
              <a:t>caracterele</a:t>
            </a:r>
            <a:r>
              <a:rPr lang="en-GB" sz="2000" dirty="0"/>
              <a:t> de la </a:t>
            </a:r>
            <a:r>
              <a:rPr lang="en-GB" sz="2000" dirty="0" err="1"/>
              <a:t>extremități</a:t>
            </a:r>
            <a:r>
              <a:rPr lang="en-GB" sz="2000" dirty="0"/>
              <a:t> </a:t>
            </a:r>
            <a:r>
              <a:rPr lang="en-GB" sz="2000" dirty="0" err="1"/>
              <a:t>spre</a:t>
            </a:r>
            <a:r>
              <a:rPr lang="en-GB" sz="2000" dirty="0"/>
              <a:t> </a:t>
            </a:r>
            <a:r>
              <a:rPr lang="en-GB" sz="2000" dirty="0" err="1"/>
              <a:t>centru</a:t>
            </a:r>
            <a:r>
              <a:rPr lang="en-GB" sz="2000" dirty="0"/>
              <a:t>. </a:t>
            </a:r>
            <a:r>
              <a:rPr lang="en-GB" sz="2000" dirty="0" err="1"/>
              <a:t>Funcția</a:t>
            </a:r>
            <a:r>
              <a:rPr lang="en-GB" sz="2000" dirty="0"/>
              <a:t> </a:t>
            </a:r>
            <a:r>
              <a:rPr lang="en-GB" sz="2000" dirty="0" err="1"/>
              <a:t>reține</a:t>
            </a:r>
            <a:r>
              <a:rPr lang="en-GB" sz="2000" dirty="0"/>
              <a:t> </a:t>
            </a:r>
            <a:r>
              <a:rPr lang="en-GB" sz="2000" dirty="0" err="1"/>
              <a:t>doar</a:t>
            </a:r>
            <a:r>
              <a:rPr lang="en-GB" sz="2000" dirty="0"/>
              <a:t> </a:t>
            </a:r>
            <a:r>
              <a:rPr lang="en-GB" sz="2000" b="1" dirty="0" err="1"/>
              <a:t>palindroamele</a:t>
            </a:r>
            <a:r>
              <a:rPr lang="en-GB" sz="2000" b="1" dirty="0"/>
              <a:t> </a:t>
            </a:r>
            <a:r>
              <a:rPr lang="en-GB" sz="2000" b="1" dirty="0" err="1"/>
              <a:t>unice</a:t>
            </a:r>
            <a:r>
              <a:rPr lang="en-GB" sz="2000" dirty="0"/>
              <a:t> (</a:t>
            </a:r>
            <a:r>
              <a:rPr lang="en-GB" sz="2000" dirty="0" err="1"/>
              <a:t>elimină</a:t>
            </a:r>
            <a:r>
              <a:rPr lang="en-GB" sz="2000" dirty="0"/>
              <a:t> </a:t>
            </a:r>
            <a:r>
              <a:rPr lang="en-GB" sz="2000" dirty="0" err="1"/>
              <a:t>duplicatele</a:t>
            </a:r>
            <a:r>
              <a:rPr lang="en-GB" sz="2000" dirty="0"/>
              <a:t>), </a:t>
            </a:r>
            <a:r>
              <a:rPr lang="en-GB" sz="2000" dirty="0" err="1"/>
              <a:t>afișează</a:t>
            </a:r>
            <a:r>
              <a:rPr lang="en-GB" sz="2000" dirty="0"/>
              <a:t> </a:t>
            </a:r>
            <a:r>
              <a:rPr lang="en-GB" sz="2000" dirty="0" err="1"/>
              <a:t>lista</a:t>
            </a:r>
            <a:r>
              <a:rPr lang="en-GB" sz="2000" dirty="0"/>
              <a:t> </a:t>
            </a:r>
            <a:r>
              <a:rPr lang="en-GB" sz="2000" dirty="0" err="1"/>
              <a:t>rezultatelor</a:t>
            </a:r>
            <a:r>
              <a:rPr lang="en-GB" sz="2000" dirty="0"/>
              <a:t> la </a:t>
            </a:r>
            <a:r>
              <a:rPr lang="en-GB" sz="2000" dirty="0" err="1"/>
              <a:t>consolă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 err="1"/>
              <a:t>înregistrează</a:t>
            </a:r>
            <a:r>
              <a:rPr lang="en-GB" sz="2000" dirty="0"/>
              <a:t> </a:t>
            </a:r>
            <a:r>
              <a:rPr lang="en-GB" sz="2000" dirty="0" err="1"/>
              <a:t>operațiunea</a:t>
            </a:r>
            <a:r>
              <a:rPr lang="en-GB" sz="2000" dirty="0"/>
              <a:t> </a:t>
            </a:r>
            <a:r>
              <a:rPr lang="en-GB" sz="2000" dirty="0" err="1"/>
              <a:t>în</a:t>
            </a:r>
            <a:r>
              <a:rPr lang="en-GB" sz="2000" dirty="0"/>
              <a:t> </a:t>
            </a:r>
            <a:r>
              <a:rPr lang="en-GB" sz="2000" dirty="0" err="1"/>
              <a:t>istoric</a:t>
            </a:r>
            <a:r>
              <a:rPr lang="en-GB" sz="2000" dirty="0"/>
              <a:t> </a:t>
            </a:r>
            <a:r>
              <a:rPr lang="en-GB" sz="2000" dirty="0" err="1"/>
              <a:t>prin</a:t>
            </a:r>
            <a:r>
              <a:rPr lang="en-GB" sz="2000" dirty="0"/>
              <a:t> </a:t>
            </a:r>
            <a:r>
              <a:rPr lang="en-GB" sz="2000" dirty="0" err="1"/>
              <a:t>apelarea</a:t>
            </a:r>
            <a:r>
              <a:rPr lang="en-GB" sz="2000" dirty="0"/>
              <a:t> </a:t>
            </a:r>
            <a:r>
              <a:rPr lang="en-GB" sz="2000" dirty="0" err="1"/>
              <a:t>log_actiune</a:t>
            </a:r>
            <a:r>
              <a:rPr lang="en-GB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5670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168875-C433-45C0-CE86-6F1B615C8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082" y="84098"/>
            <a:ext cx="6077798" cy="65064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E848CE-E7DE-1645-DD59-B0C1908E7D02}"/>
              </a:ext>
            </a:extLst>
          </p:cNvPr>
          <p:cNvSpPr txBox="1"/>
          <p:nvPr/>
        </p:nvSpPr>
        <p:spPr>
          <a:xfrm>
            <a:off x="0" y="978014"/>
            <a:ext cx="5927541" cy="440120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 err="1">
                <a:latin typeface="+mj-lt"/>
              </a:rPr>
              <a:t>Funcția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cripteaza_text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procesează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textul</a:t>
            </a:r>
            <a:r>
              <a:rPr lang="en-GB" sz="2000" dirty="0">
                <a:latin typeface="+mj-lt"/>
              </a:rPr>
              <a:t> din </a:t>
            </a:r>
            <a:r>
              <a:rPr lang="en-GB" sz="2000" dirty="0" err="1">
                <a:latin typeface="+mj-lt"/>
              </a:rPr>
              <a:t>variabila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globală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text_curent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folosind</a:t>
            </a:r>
            <a:r>
              <a:rPr lang="en-GB" sz="2000" dirty="0">
                <a:latin typeface="+mj-lt"/>
              </a:rPr>
              <a:t> o </a:t>
            </a:r>
            <a:r>
              <a:rPr lang="en-GB" sz="2000" b="1" dirty="0" err="1">
                <a:latin typeface="+mj-lt"/>
              </a:rPr>
              <a:t>criptare</a:t>
            </a:r>
            <a:r>
              <a:rPr lang="en-GB" sz="2000" b="1" dirty="0">
                <a:latin typeface="+mj-lt"/>
              </a:rPr>
              <a:t> Cezar cu </a:t>
            </a:r>
            <a:r>
              <a:rPr lang="en-GB" sz="2000" b="1" dirty="0" err="1">
                <a:latin typeface="+mj-lt"/>
              </a:rPr>
              <a:t>decalaj</a:t>
            </a:r>
            <a:r>
              <a:rPr lang="en-GB" sz="2000" b="1" dirty="0">
                <a:latin typeface="+mj-lt"/>
              </a:rPr>
              <a:t> +1</a:t>
            </a:r>
            <a:r>
              <a:rPr lang="en-GB" sz="2000" dirty="0">
                <a:latin typeface="+mj-lt"/>
              </a:rPr>
              <a:t>.</a:t>
            </a:r>
          </a:p>
          <a:p>
            <a:pPr>
              <a:buNone/>
            </a:pPr>
            <a:r>
              <a:rPr lang="en-GB" sz="2000" dirty="0" err="1">
                <a:latin typeface="+mj-lt"/>
              </a:rPr>
              <a:t>Concret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funcția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execută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următorii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pași</a:t>
            </a:r>
            <a:r>
              <a:rPr lang="en-GB" sz="2000" dirty="0">
                <a:latin typeface="+mj-lt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GB" sz="2000" b="1" dirty="0" err="1">
                <a:latin typeface="+mj-lt"/>
              </a:rPr>
              <a:t>Validare</a:t>
            </a:r>
            <a:r>
              <a:rPr lang="en-GB" sz="2000" b="1" dirty="0">
                <a:latin typeface="+mj-lt"/>
              </a:rPr>
              <a:t>: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Verifică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dacă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există</a:t>
            </a:r>
            <a:r>
              <a:rPr lang="en-GB" sz="2000" dirty="0">
                <a:latin typeface="+mj-lt"/>
              </a:rPr>
              <a:t> text; </a:t>
            </a:r>
            <a:r>
              <a:rPr lang="en-GB" sz="2000" dirty="0" err="1">
                <a:latin typeface="+mj-lt"/>
              </a:rPr>
              <a:t>în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caz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contrar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oprește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execuția</a:t>
            </a:r>
            <a:r>
              <a:rPr lang="en-GB" sz="2000" dirty="0">
                <a:latin typeface="+mj-lt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sz="2000" b="1" dirty="0" err="1">
                <a:latin typeface="+mj-lt"/>
              </a:rPr>
              <a:t>Transformare</a:t>
            </a:r>
            <a:r>
              <a:rPr lang="en-GB" sz="2000" b="1" dirty="0">
                <a:latin typeface="+mj-lt"/>
              </a:rPr>
              <a:t>: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Iterează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prin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fiecare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caracter</a:t>
            </a:r>
            <a:r>
              <a:rPr lang="en-GB" sz="2000" dirty="0">
                <a:latin typeface="+mj-lt"/>
              </a:rPr>
              <a:t>. </a:t>
            </a:r>
            <a:r>
              <a:rPr lang="en-GB" sz="2000" dirty="0" err="1">
                <a:latin typeface="+mj-lt"/>
              </a:rPr>
              <a:t>Literele</a:t>
            </a:r>
            <a:r>
              <a:rPr lang="en-GB" sz="2000" dirty="0">
                <a:latin typeface="+mj-lt"/>
              </a:rPr>
              <a:t> sunt </a:t>
            </a:r>
            <a:r>
              <a:rPr lang="en-GB" sz="2000" dirty="0" err="1">
                <a:latin typeface="+mj-lt"/>
              </a:rPr>
              <a:t>înlocuite</a:t>
            </a:r>
            <a:r>
              <a:rPr lang="en-GB" sz="2000" dirty="0">
                <a:latin typeface="+mj-lt"/>
              </a:rPr>
              <a:t> cu </a:t>
            </a:r>
            <a:r>
              <a:rPr lang="en-GB" sz="2000" dirty="0" err="1">
                <a:latin typeface="+mj-lt"/>
              </a:rPr>
              <a:t>următoarea</a:t>
            </a:r>
            <a:r>
              <a:rPr lang="en-GB" sz="2000" dirty="0">
                <a:latin typeface="+mj-lt"/>
              </a:rPr>
              <a:t> din </a:t>
            </a:r>
            <a:r>
              <a:rPr lang="en-GB" sz="2000" dirty="0" err="1">
                <a:latin typeface="+mj-lt"/>
              </a:rPr>
              <a:t>alfabet</a:t>
            </a:r>
            <a:r>
              <a:rPr lang="en-GB" sz="2000" dirty="0">
                <a:latin typeface="+mj-lt"/>
              </a:rPr>
              <a:t> (de </a:t>
            </a:r>
            <a:r>
              <a:rPr lang="en-GB" sz="2000" dirty="0" err="1">
                <a:latin typeface="+mj-lt"/>
              </a:rPr>
              <a:t>exemplu</a:t>
            </a:r>
            <a:r>
              <a:rPr lang="en-GB" sz="2000" dirty="0">
                <a:latin typeface="+mj-lt"/>
              </a:rPr>
              <a:t>, 'A' </a:t>
            </a:r>
            <a:r>
              <a:rPr lang="en-GB" sz="2000" dirty="0" err="1">
                <a:latin typeface="+mj-lt"/>
              </a:rPr>
              <a:t>devine</a:t>
            </a:r>
            <a:r>
              <a:rPr lang="en-GB" sz="2000" dirty="0">
                <a:latin typeface="+mj-lt"/>
              </a:rPr>
              <a:t> 'B'), </a:t>
            </a:r>
            <a:r>
              <a:rPr lang="en-GB" sz="2000" dirty="0" err="1">
                <a:latin typeface="+mj-lt"/>
              </a:rPr>
              <a:t>tratând</a:t>
            </a:r>
            <a:r>
              <a:rPr lang="en-GB" sz="2000" dirty="0">
                <a:latin typeface="+mj-lt"/>
              </a:rPr>
              <a:t> special </a:t>
            </a:r>
            <a:r>
              <a:rPr lang="en-GB" sz="2000" dirty="0" err="1">
                <a:latin typeface="+mj-lt"/>
              </a:rPr>
              <a:t>cazul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în</a:t>
            </a:r>
            <a:r>
              <a:rPr lang="en-GB" sz="2000" dirty="0">
                <a:latin typeface="+mj-lt"/>
              </a:rPr>
              <a:t> care 'z' </a:t>
            </a:r>
            <a:r>
              <a:rPr lang="en-GB" sz="2000" dirty="0" err="1">
                <a:latin typeface="+mj-lt"/>
              </a:rPr>
              <a:t>devine</a:t>
            </a:r>
            <a:r>
              <a:rPr lang="en-GB" sz="2000" dirty="0">
                <a:latin typeface="+mj-lt"/>
              </a:rPr>
              <a:t> 'a'. </a:t>
            </a:r>
            <a:r>
              <a:rPr lang="en-GB" sz="2000" dirty="0" err="1">
                <a:latin typeface="+mj-lt"/>
              </a:rPr>
              <a:t>Caracterele</a:t>
            </a:r>
            <a:r>
              <a:rPr lang="en-GB" sz="2000" dirty="0">
                <a:latin typeface="+mj-lt"/>
              </a:rPr>
              <a:t> non-</a:t>
            </a:r>
            <a:r>
              <a:rPr lang="en-GB" sz="2000" dirty="0" err="1">
                <a:latin typeface="+mj-lt"/>
              </a:rPr>
              <a:t>alfabetice</a:t>
            </a:r>
            <a:r>
              <a:rPr lang="en-GB" sz="2000" dirty="0">
                <a:latin typeface="+mj-lt"/>
              </a:rPr>
              <a:t> (</a:t>
            </a:r>
            <a:r>
              <a:rPr lang="en-GB" sz="2000" dirty="0" err="1">
                <a:latin typeface="+mj-lt"/>
              </a:rPr>
              <a:t>cifre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simboluri</a:t>
            </a:r>
            <a:r>
              <a:rPr lang="en-GB" sz="2000" dirty="0">
                <a:latin typeface="+mj-lt"/>
              </a:rPr>
              <a:t>) </a:t>
            </a:r>
            <a:r>
              <a:rPr lang="en-GB" sz="2000" dirty="0" err="1">
                <a:latin typeface="+mj-lt"/>
              </a:rPr>
              <a:t>rămân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neschimbate</a:t>
            </a:r>
            <a:r>
              <a:rPr lang="en-GB" sz="2000" dirty="0">
                <a:latin typeface="+mj-lt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sz="2000" b="1" dirty="0" err="1">
                <a:latin typeface="+mj-lt"/>
              </a:rPr>
              <a:t>Finalizare</a:t>
            </a:r>
            <a:r>
              <a:rPr lang="en-GB" sz="2000" b="1" dirty="0">
                <a:latin typeface="+mj-lt"/>
              </a:rPr>
              <a:t>: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Afișează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textul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criptat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rezultat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și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apelează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funcția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log_actiune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pentru</a:t>
            </a:r>
            <a:r>
              <a:rPr lang="en-GB" sz="2000" dirty="0">
                <a:latin typeface="+mj-lt"/>
              </a:rPr>
              <a:t> a </a:t>
            </a:r>
            <a:r>
              <a:rPr lang="en-GB" sz="2000" dirty="0" err="1">
                <a:latin typeface="+mj-lt"/>
              </a:rPr>
              <a:t>înregistra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operațiunea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în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istoric</a:t>
            </a:r>
            <a:r>
              <a:rPr lang="en-GB" sz="20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0592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E8728FA-92B2-3F68-2A9A-E010DD8C6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4564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706E729-A7FE-C82E-163C-5D3B13379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378" y="0"/>
            <a:ext cx="6748732" cy="17770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210CC7E-2764-C5FC-BE96-7A7948DECCB1}"/>
              </a:ext>
            </a:extLst>
          </p:cNvPr>
          <p:cNvSpPr txBox="1"/>
          <p:nvPr/>
        </p:nvSpPr>
        <p:spPr>
          <a:xfrm>
            <a:off x="5436798" y="1810464"/>
            <a:ext cx="6094562" cy="504753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 err="1"/>
              <a:t>Funcția</a:t>
            </a:r>
            <a:r>
              <a:rPr lang="en-GB" sz="1400" dirty="0"/>
              <a:t> </a:t>
            </a:r>
            <a:r>
              <a:rPr lang="en-GB" sz="1400" i="1" dirty="0" err="1">
                <a:latin typeface="Abadi ExtraLight" panose="020F0502020204030204" pitchFamily="34" charset="0"/>
              </a:rPr>
              <a:t>salvare_raport</a:t>
            </a:r>
            <a:r>
              <a:rPr lang="en-GB" sz="1400" i="1" dirty="0">
                <a:latin typeface="Abadi ExtraLight" panose="020F0502020204030204" pitchFamily="34" charset="0"/>
              </a:rPr>
              <a:t>():</a:t>
            </a:r>
          </a:p>
          <a:p>
            <a:pPr>
              <a:buNone/>
            </a:pPr>
            <a:r>
              <a:rPr lang="en-GB" sz="1400" dirty="0"/>
              <a:t> are </a:t>
            </a:r>
            <a:r>
              <a:rPr lang="en-GB" sz="1400" dirty="0" err="1"/>
              <a:t>rolul</a:t>
            </a:r>
            <a:r>
              <a:rPr lang="en-GB" sz="1400" dirty="0"/>
              <a:t> de a </a:t>
            </a:r>
            <a:r>
              <a:rPr lang="en-GB" sz="1400" b="1" dirty="0" err="1"/>
              <a:t>exporta</a:t>
            </a:r>
            <a:r>
              <a:rPr lang="en-GB" sz="1400" b="1" dirty="0"/>
              <a:t> </a:t>
            </a:r>
            <a:r>
              <a:rPr lang="en-GB" sz="1400" b="1" dirty="0" err="1"/>
              <a:t>datele</a:t>
            </a:r>
            <a:r>
              <a:rPr lang="en-GB" sz="1400" b="1" dirty="0"/>
              <a:t> </a:t>
            </a:r>
            <a:r>
              <a:rPr lang="en-GB" sz="1400" b="1" dirty="0" err="1"/>
              <a:t>aplicației</a:t>
            </a:r>
            <a:r>
              <a:rPr lang="en-GB" sz="1400" dirty="0"/>
              <a:t> </a:t>
            </a:r>
            <a:r>
              <a:rPr lang="en-GB" sz="1400" dirty="0" err="1"/>
              <a:t>într</a:t>
            </a:r>
            <a:r>
              <a:rPr lang="en-GB" sz="1400" dirty="0"/>
              <a:t>-un </a:t>
            </a:r>
            <a:r>
              <a:rPr lang="en-GB" sz="1400" dirty="0" err="1"/>
              <a:t>fișier</a:t>
            </a:r>
            <a:r>
              <a:rPr lang="en-GB" sz="1400" dirty="0"/>
              <a:t> </a:t>
            </a:r>
            <a:r>
              <a:rPr lang="en-GB" sz="1400" dirty="0" err="1"/>
              <a:t>numit</a:t>
            </a:r>
            <a:r>
              <a:rPr lang="en-GB" sz="1400" dirty="0"/>
              <a:t> </a:t>
            </a:r>
            <a:r>
              <a:rPr lang="en-GB" sz="1400" dirty="0">
                <a:latin typeface="Courier New" panose="02070309020205020404" pitchFamily="49" charset="0"/>
              </a:rPr>
              <a:t>raport.txt</a:t>
            </a:r>
            <a:r>
              <a:rPr lang="en-GB" sz="1400" dirty="0"/>
              <a:t>. </a:t>
            </a:r>
            <a:r>
              <a:rPr lang="en-GB" sz="1400" dirty="0" err="1"/>
              <a:t>Aceasta</a:t>
            </a:r>
            <a:r>
              <a:rPr lang="en-GB" sz="1400" dirty="0"/>
              <a:t> </a:t>
            </a:r>
            <a:r>
              <a:rPr lang="en-GB" sz="1400" dirty="0" err="1"/>
              <a:t>verifică</a:t>
            </a:r>
            <a:r>
              <a:rPr lang="en-GB" sz="1400" dirty="0"/>
              <a:t> </a:t>
            </a:r>
            <a:r>
              <a:rPr lang="en-GB" sz="1400" dirty="0" err="1"/>
              <a:t>întâi</a:t>
            </a:r>
            <a:r>
              <a:rPr lang="en-GB" sz="1400" dirty="0"/>
              <a:t> </a:t>
            </a:r>
            <a:r>
              <a:rPr lang="en-GB" sz="1400" dirty="0" err="1"/>
              <a:t>dacă</a:t>
            </a:r>
            <a:r>
              <a:rPr lang="en-GB" sz="1400" dirty="0"/>
              <a:t> </a:t>
            </a:r>
            <a:r>
              <a:rPr lang="en-GB" sz="1400" dirty="0" err="1"/>
              <a:t>există</a:t>
            </a:r>
            <a:r>
              <a:rPr lang="en-GB" sz="1400" dirty="0"/>
              <a:t> date </a:t>
            </a:r>
            <a:r>
              <a:rPr lang="en-GB" sz="1400" dirty="0" err="1"/>
              <a:t>în</a:t>
            </a:r>
            <a:r>
              <a:rPr lang="en-GB" sz="1400" dirty="0"/>
              <a:t> </a:t>
            </a:r>
            <a:r>
              <a:rPr lang="en-GB" sz="1400" dirty="0" err="1"/>
              <a:t>variabilele</a:t>
            </a:r>
            <a:r>
              <a:rPr lang="en-GB" sz="1400" dirty="0"/>
              <a:t> </a:t>
            </a:r>
            <a:r>
              <a:rPr lang="en-GB" sz="1400" dirty="0" err="1"/>
              <a:t>globale</a:t>
            </a:r>
            <a:r>
              <a:rPr lang="en-GB" sz="1400" dirty="0"/>
              <a:t> </a:t>
            </a:r>
            <a:r>
              <a:rPr lang="en-GB" sz="1400" dirty="0" err="1">
                <a:latin typeface="Courier New" panose="02070309020205020404" pitchFamily="49" charset="0"/>
              </a:rPr>
              <a:t>text_curent</a:t>
            </a:r>
            <a:r>
              <a:rPr lang="en-GB" sz="1400" dirty="0"/>
              <a:t> </a:t>
            </a:r>
            <a:r>
              <a:rPr lang="en-GB" sz="1400" dirty="0" err="1"/>
              <a:t>și</a:t>
            </a:r>
            <a:r>
              <a:rPr lang="en-GB" sz="1400" dirty="0"/>
              <a:t> </a:t>
            </a:r>
            <a:r>
              <a:rPr lang="en-GB" sz="1400" dirty="0" err="1">
                <a:latin typeface="Courier New" panose="02070309020205020404" pitchFamily="49" charset="0"/>
              </a:rPr>
              <a:t>istoric</a:t>
            </a:r>
            <a:r>
              <a:rPr lang="en-GB" sz="1400" dirty="0"/>
              <a:t>. </a:t>
            </a:r>
            <a:r>
              <a:rPr lang="en-GB" sz="1400" dirty="0" err="1"/>
              <a:t>Dacă</a:t>
            </a:r>
            <a:r>
              <a:rPr lang="en-GB" sz="1400" dirty="0"/>
              <a:t> </a:t>
            </a:r>
            <a:r>
              <a:rPr lang="en-GB" sz="1400" dirty="0" err="1"/>
              <a:t>există</a:t>
            </a:r>
            <a:r>
              <a:rPr lang="en-GB" sz="1400" dirty="0"/>
              <a:t>, </a:t>
            </a:r>
            <a:r>
              <a:rPr lang="en-GB" sz="1400" dirty="0" err="1"/>
              <a:t>creează</a:t>
            </a:r>
            <a:r>
              <a:rPr lang="en-GB" sz="1400" dirty="0"/>
              <a:t> un </a:t>
            </a:r>
            <a:r>
              <a:rPr lang="en-GB" sz="1400" dirty="0" err="1"/>
              <a:t>raport</a:t>
            </a:r>
            <a:r>
              <a:rPr lang="en-GB" sz="1400" dirty="0"/>
              <a:t> </a:t>
            </a:r>
            <a:r>
              <a:rPr lang="en-GB" sz="1400" dirty="0" err="1"/>
              <a:t>structurat</a:t>
            </a:r>
            <a:r>
              <a:rPr lang="en-GB" sz="1400" dirty="0"/>
              <a:t> care </a:t>
            </a:r>
            <a:r>
              <a:rPr lang="en-GB" sz="1400" dirty="0" err="1"/>
              <a:t>conține</a:t>
            </a:r>
            <a:r>
              <a:rPr lang="en-GB" sz="1400" dirty="0"/>
              <a:t>:</a:t>
            </a:r>
          </a:p>
          <a:p>
            <a:pPr>
              <a:buFont typeface="+mj-lt"/>
              <a:buAutoNum type="arabicPeriod"/>
            </a:pPr>
            <a:r>
              <a:rPr lang="en-GB" sz="1400" dirty="0"/>
              <a:t>Data </a:t>
            </a:r>
            <a:r>
              <a:rPr lang="en-GB" sz="1400" dirty="0" err="1"/>
              <a:t>și</a:t>
            </a:r>
            <a:r>
              <a:rPr lang="en-GB" sz="1400" dirty="0"/>
              <a:t> ora </a:t>
            </a:r>
            <a:r>
              <a:rPr lang="en-GB" sz="1400" dirty="0" err="1"/>
              <a:t>generării</a:t>
            </a:r>
            <a:r>
              <a:rPr lang="en-GB" sz="1400" dirty="0"/>
              <a:t>.</a:t>
            </a:r>
          </a:p>
          <a:p>
            <a:pPr>
              <a:buFont typeface="+mj-lt"/>
              <a:buAutoNum type="arabicPeriod"/>
            </a:pPr>
            <a:r>
              <a:rPr lang="en-GB" sz="1400" dirty="0" err="1"/>
              <a:t>Textul</a:t>
            </a:r>
            <a:r>
              <a:rPr lang="en-GB" sz="1400" dirty="0"/>
              <a:t> </a:t>
            </a:r>
            <a:r>
              <a:rPr lang="en-GB" sz="1400" dirty="0" err="1"/>
              <a:t>curent</a:t>
            </a:r>
            <a:r>
              <a:rPr lang="en-GB" sz="1400" dirty="0"/>
              <a:t> (</a:t>
            </a:r>
            <a:r>
              <a:rPr lang="en-GB" sz="1400" dirty="0" err="1"/>
              <a:t>Secțiunea</a:t>
            </a:r>
            <a:r>
              <a:rPr lang="en-GB" sz="1400" dirty="0"/>
              <a:t> 1).</a:t>
            </a:r>
          </a:p>
          <a:p>
            <a:pPr>
              <a:buFont typeface="+mj-lt"/>
              <a:buAutoNum type="arabicPeriod"/>
            </a:pPr>
            <a:r>
              <a:rPr lang="en-GB" sz="1400" dirty="0"/>
              <a:t>Jurnalul </a:t>
            </a:r>
            <a:r>
              <a:rPr lang="en-GB" sz="1400" dirty="0" err="1"/>
              <a:t>complet</a:t>
            </a:r>
            <a:r>
              <a:rPr lang="en-GB" sz="1400" dirty="0"/>
              <a:t> al </a:t>
            </a:r>
            <a:r>
              <a:rPr lang="en-GB" sz="1400" dirty="0" err="1"/>
              <a:t>acțiunilor</a:t>
            </a:r>
            <a:r>
              <a:rPr lang="en-GB" sz="1400" dirty="0"/>
              <a:t> </a:t>
            </a:r>
            <a:r>
              <a:rPr lang="en-GB" sz="1400" dirty="0" err="1"/>
              <a:t>efectuate</a:t>
            </a:r>
            <a:r>
              <a:rPr lang="en-GB" sz="1400" dirty="0"/>
              <a:t> (</a:t>
            </a:r>
            <a:r>
              <a:rPr lang="en-GB" sz="1400" dirty="0" err="1"/>
              <a:t>Secțiunea</a:t>
            </a:r>
            <a:r>
              <a:rPr lang="en-GB" sz="1400" dirty="0"/>
              <a:t> 2), </a:t>
            </a:r>
            <a:r>
              <a:rPr lang="en-GB" sz="1400" dirty="0" err="1"/>
              <a:t>parcurs</a:t>
            </a:r>
            <a:r>
              <a:rPr lang="en-GB" sz="1400" dirty="0"/>
              <a:t> </a:t>
            </a:r>
            <a:r>
              <a:rPr lang="en-GB" sz="1400" dirty="0" err="1"/>
              <a:t>printr</a:t>
            </a:r>
            <a:r>
              <a:rPr lang="en-GB" sz="1400" dirty="0"/>
              <a:t>-o </a:t>
            </a:r>
            <a:r>
              <a:rPr lang="en-GB" sz="1400" dirty="0" err="1"/>
              <a:t>buclă</a:t>
            </a:r>
            <a:r>
              <a:rPr lang="en-GB" sz="1400" dirty="0"/>
              <a:t>.</a:t>
            </a:r>
          </a:p>
          <a:p>
            <a:pPr>
              <a:buNone/>
            </a:pPr>
            <a:r>
              <a:rPr lang="en-GB" sz="1400" dirty="0"/>
              <a:t>La final, </a:t>
            </a:r>
            <a:r>
              <a:rPr lang="en-GB" sz="1400" dirty="0" err="1"/>
              <a:t>funcția</a:t>
            </a:r>
            <a:r>
              <a:rPr lang="en-GB" sz="1400" dirty="0"/>
              <a:t> </a:t>
            </a:r>
            <a:r>
              <a:rPr lang="en-GB" sz="1400" dirty="0" err="1"/>
              <a:t>înregistrează</a:t>
            </a:r>
            <a:r>
              <a:rPr lang="en-GB" sz="1400" dirty="0"/>
              <a:t> intern </a:t>
            </a:r>
            <a:r>
              <a:rPr lang="en-GB" sz="1400" dirty="0" err="1"/>
              <a:t>acțiunea</a:t>
            </a:r>
            <a:r>
              <a:rPr lang="en-GB" sz="1400" dirty="0"/>
              <a:t> de export (</a:t>
            </a:r>
            <a:r>
              <a:rPr lang="en-GB" sz="1400" dirty="0" err="1"/>
              <a:t>prin</a:t>
            </a:r>
            <a:r>
              <a:rPr lang="en-GB" sz="1400" dirty="0"/>
              <a:t> </a:t>
            </a:r>
            <a:r>
              <a:rPr lang="en-GB" sz="1400" dirty="0" err="1">
                <a:latin typeface="Courier New" panose="02070309020205020404" pitchFamily="49" charset="0"/>
              </a:rPr>
              <a:t>log_actiune</a:t>
            </a:r>
            <a:r>
              <a:rPr lang="en-GB" sz="1400" dirty="0"/>
              <a:t>) </a:t>
            </a:r>
            <a:r>
              <a:rPr lang="en-GB" sz="1400" dirty="0" err="1"/>
              <a:t>și</a:t>
            </a:r>
            <a:r>
              <a:rPr lang="en-GB" sz="1400" dirty="0"/>
              <a:t> </a:t>
            </a:r>
            <a:r>
              <a:rPr lang="en-GB" sz="1400" dirty="0" err="1"/>
              <a:t>gestionează</a:t>
            </a:r>
            <a:r>
              <a:rPr lang="en-GB" sz="1400" dirty="0"/>
              <a:t> </a:t>
            </a:r>
            <a:r>
              <a:rPr lang="en-GB" sz="1400" dirty="0" err="1"/>
              <a:t>eventualele</a:t>
            </a:r>
            <a:r>
              <a:rPr lang="en-GB" sz="1400" dirty="0"/>
              <a:t> </a:t>
            </a:r>
            <a:r>
              <a:rPr lang="en-GB" sz="1400" dirty="0" err="1"/>
              <a:t>erori</a:t>
            </a:r>
            <a:r>
              <a:rPr lang="en-GB" sz="1400" dirty="0"/>
              <a:t> de </a:t>
            </a:r>
            <a:r>
              <a:rPr lang="en-GB" sz="1400" dirty="0" err="1"/>
              <a:t>scriere</a:t>
            </a:r>
            <a:r>
              <a:rPr lang="en-GB" sz="1400" dirty="0"/>
              <a:t> pe disc </a:t>
            </a:r>
            <a:r>
              <a:rPr lang="en-GB" sz="1400" dirty="0" err="1"/>
              <a:t>folosind</a:t>
            </a:r>
            <a:r>
              <a:rPr lang="en-GB" sz="1400" dirty="0"/>
              <a:t> un bloc </a:t>
            </a:r>
            <a:r>
              <a:rPr lang="en-GB" sz="1400" dirty="0">
                <a:latin typeface="Courier New" panose="02070309020205020404" pitchFamily="49" charset="0"/>
              </a:rPr>
              <a:t>try-except</a:t>
            </a:r>
            <a:r>
              <a:rPr lang="en-GB" sz="1400" dirty="0"/>
              <a:t>.</a:t>
            </a:r>
          </a:p>
          <a:p>
            <a:r>
              <a:rPr lang="en-GB" sz="1400" dirty="0" err="1"/>
              <a:t>Iar</a:t>
            </a:r>
            <a:r>
              <a:rPr lang="en-GB" sz="1400" dirty="0"/>
              <a:t> </a:t>
            </a:r>
            <a:r>
              <a:rPr lang="en-GB" sz="1400" dirty="0" err="1">
                <a:latin typeface="Abadi ExtraLight" panose="020B0204020104020204" pitchFamily="34" charset="0"/>
              </a:rPr>
              <a:t>reset_fisier_raport</a:t>
            </a:r>
            <a:r>
              <a:rPr lang="en-GB" sz="1400" dirty="0">
                <a:latin typeface="Abadi ExtraLight" panose="020B0204020104020204" pitchFamily="34" charset="0"/>
              </a:rPr>
              <a:t>:</a:t>
            </a:r>
          </a:p>
          <a:p>
            <a:r>
              <a:rPr lang="en-GB" sz="1400" dirty="0" err="1"/>
              <a:t>Această</a:t>
            </a:r>
            <a:r>
              <a:rPr lang="en-GB" sz="1400" dirty="0"/>
              <a:t> </a:t>
            </a:r>
            <a:r>
              <a:rPr lang="en-GB" sz="1400" dirty="0" err="1"/>
              <a:t>funcție</a:t>
            </a:r>
            <a:r>
              <a:rPr lang="en-GB" sz="1400" dirty="0"/>
              <a:t> are </a:t>
            </a:r>
            <a:r>
              <a:rPr lang="en-GB" sz="1400" dirty="0" err="1"/>
              <a:t>rolul</a:t>
            </a:r>
            <a:r>
              <a:rPr lang="en-GB" sz="1400" dirty="0"/>
              <a:t> de a </a:t>
            </a:r>
            <a:r>
              <a:rPr lang="en-GB" sz="1400" b="1" dirty="0" err="1"/>
              <a:t>goli</a:t>
            </a:r>
            <a:r>
              <a:rPr lang="en-GB" sz="1400" b="1" dirty="0"/>
              <a:t> </a:t>
            </a:r>
            <a:r>
              <a:rPr lang="en-GB" sz="1400" b="1" dirty="0" err="1"/>
              <a:t>complet</a:t>
            </a:r>
            <a:r>
              <a:rPr lang="en-GB" sz="1400" dirty="0"/>
              <a:t> </a:t>
            </a:r>
            <a:r>
              <a:rPr lang="en-GB" sz="1400" dirty="0" err="1"/>
              <a:t>fișierul</a:t>
            </a:r>
            <a:r>
              <a:rPr lang="en-GB" sz="1400" dirty="0"/>
              <a:t> raport.txt, de </a:t>
            </a:r>
            <a:r>
              <a:rPr lang="en-GB" sz="1400" dirty="0" err="1"/>
              <a:t>obicei</a:t>
            </a:r>
            <a:r>
              <a:rPr lang="en-GB" sz="1400" dirty="0"/>
              <a:t> la </a:t>
            </a:r>
            <a:r>
              <a:rPr lang="en-GB" sz="1400" dirty="0" err="1"/>
              <a:t>începutul</a:t>
            </a:r>
            <a:r>
              <a:rPr lang="en-GB" sz="1400" dirty="0"/>
              <a:t> </a:t>
            </a:r>
            <a:r>
              <a:rPr lang="en-GB" sz="1400" dirty="0" err="1"/>
              <a:t>rulării</a:t>
            </a:r>
            <a:r>
              <a:rPr lang="en-GB" sz="1400" dirty="0"/>
              <a:t> </a:t>
            </a:r>
            <a:r>
              <a:rPr lang="en-GB" sz="1400" dirty="0" err="1"/>
              <a:t>programului</a:t>
            </a:r>
            <a:r>
              <a:rPr lang="en-GB" sz="1400" dirty="0"/>
              <a:t>, </a:t>
            </a:r>
            <a:r>
              <a:rPr lang="en-GB" sz="1400" dirty="0" err="1"/>
              <a:t>pentru</a:t>
            </a:r>
            <a:r>
              <a:rPr lang="en-GB" sz="1400" dirty="0"/>
              <a:t> a </a:t>
            </a:r>
            <a:r>
              <a:rPr lang="en-GB" sz="1400" dirty="0" err="1"/>
              <a:t>asigura</a:t>
            </a:r>
            <a:r>
              <a:rPr lang="en-GB" sz="1400" dirty="0"/>
              <a:t> </a:t>
            </a:r>
            <a:r>
              <a:rPr lang="en-GB" sz="1400" dirty="0" err="1"/>
              <a:t>că</a:t>
            </a:r>
            <a:r>
              <a:rPr lang="en-GB" sz="1400" dirty="0"/>
              <a:t> nu </a:t>
            </a:r>
            <a:r>
              <a:rPr lang="en-GB" sz="1400" dirty="0" err="1"/>
              <a:t>există</a:t>
            </a:r>
            <a:r>
              <a:rPr lang="en-GB" sz="1400" dirty="0"/>
              <a:t> date </a:t>
            </a:r>
            <a:r>
              <a:rPr lang="en-GB" sz="1400" dirty="0" err="1"/>
              <a:t>reziduale</a:t>
            </a:r>
            <a:r>
              <a:rPr lang="en-GB" sz="1400" dirty="0"/>
              <a:t> din </a:t>
            </a:r>
            <a:r>
              <a:rPr lang="en-GB" sz="1400" dirty="0" err="1"/>
              <a:t>sesiuni</a:t>
            </a:r>
            <a:r>
              <a:rPr lang="en-GB" sz="1400" dirty="0"/>
              <a:t> </a:t>
            </a:r>
            <a:r>
              <a:rPr lang="en-GB" sz="1400" dirty="0" err="1"/>
              <a:t>anterioare</a:t>
            </a:r>
            <a:r>
              <a:rPr lang="en-GB" sz="1400" dirty="0"/>
              <a:t>.</a:t>
            </a:r>
          </a:p>
          <a:p>
            <a:r>
              <a:rPr lang="en-GB" sz="1400" dirty="0" err="1"/>
              <a:t>Mecanismul</a:t>
            </a:r>
            <a:r>
              <a:rPr lang="en-GB" sz="1400" dirty="0"/>
              <a:t> </a:t>
            </a:r>
            <a:r>
              <a:rPr lang="en-GB" sz="1400" dirty="0" err="1"/>
              <a:t>este</a:t>
            </a:r>
            <a:r>
              <a:rPr lang="en-GB" sz="1400" dirty="0"/>
              <a:t> </a:t>
            </a:r>
            <a:r>
              <a:rPr lang="en-GB" sz="1400" dirty="0" err="1"/>
              <a:t>următorul</a:t>
            </a:r>
            <a:r>
              <a:rPr lang="en-GB" sz="1400" dirty="0"/>
              <a:t>:</a:t>
            </a:r>
          </a:p>
          <a:p>
            <a:r>
              <a:rPr lang="en-GB" sz="1400" dirty="0" err="1"/>
              <a:t>Deschide</a:t>
            </a:r>
            <a:r>
              <a:rPr lang="en-GB" sz="1400" dirty="0"/>
              <a:t> </a:t>
            </a:r>
            <a:r>
              <a:rPr lang="en-GB" sz="1400" dirty="0" err="1"/>
              <a:t>fișierul</a:t>
            </a:r>
            <a:r>
              <a:rPr lang="en-GB" sz="1400" dirty="0"/>
              <a:t> </a:t>
            </a:r>
            <a:r>
              <a:rPr lang="en-GB" sz="1400" dirty="0" err="1"/>
              <a:t>în</a:t>
            </a:r>
            <a:r>
              <a:rPr lang="en-GB" sz="1400" dirty="0"/>
              <a:t> </a:t>
            </a:r>
            <a:r>
              <a:rPr lang="en-GB" sz="1400" dirty="0" err="1"/>
              <a:t>modul</a:t>
            </a:r>
            <a:r>
              <a:rPr lang="en-GB" sz="1400" dirty="0"/>
              <a:t> </a:t>
            </a:r>
            <a:r>
              <a:rPr lang="en-GB" sz="1400" b="1" dirty="0" err="1"/>
              <a:t>scriere</a:t>
            </a:r>
            <a:r>
              <a:rPr lang="en-GB" sz="1400" b="1" dirty="0"/>
              <a:t> ("w")</a:t>
            </a:r>
            <a:r>
              <a:rPr lang="en-GB" sz="1400" dirty="0"/>
              <a:t>, </a:t>
            </a:r>
            <a:r>
              <a:rPr lang="en-GB" sz="1400" dirty="0" err="1"/>
              <a:t>ceea</a:t>
            </a:r>
            <a:r>
              <a:rPr lang="en-GB" sz="1400" dirty="0"/>
              <a:t> </a:t>
            </a:r>
            <a:r>
              <a:rPr lang="en-GB" sz="1400" dirty="0" err="1"/>
              <a:t>ce</a:t>
            </a:r>
            <a:r>
              <a:rPr lang="en-GB" sz="1400" dirty="0"/>
              <a:t> </a:t>
            </a:r>
            <a:r>
              <a:rPr lang="en-GB" sz="1400" dirty="0" err="1"/>
              <a:t>șterge</a:t>
            </a:r>
            <a:r>
              <a:rPr lang="en-GB" sz="1400" dirty="0"/>
              <a:t> automat tot </a:t>
            </a:r>
            <a:r>
              <a:rPr lang="en-GB" sz="1400" dirty="0" err="1"/>
              <a:t>conținutul</a:t>
            </a:r>
            <a:r>
              <a:rPr lang="en-GB" sz="1400" dirty="0"/>
              <a:t> existent.</a:t>
            </a:r>
          </a:p>
          <a:p>
            <a:r>
              <a:rPr lang="en-GB" sz="1400" dirty="0" err="1"/>
              <a:t>Scrie</a:t>
            </a:r>
            <a:r>
              <a:rPr lang="en-GB" sz="1400" dirty="0"/>
              <a:t> un </a:t>
            </a:r>
            <a:r>
              <a:rPr lang="en-GB" sz="1400" dirty="0" err="1"/>
              <a:t>șir</a:t>
            </a:r>
            <a:r>
              <a:rPr lang="en-GB" sz="1400" dirty="0"/>
              <a:t> </a:t>
            </a:r>
            <a:r>
              <a:rPr lang="en-GB" sz="1400" dirty="0" err="1"/>
              <a:t>gol</a:t>
            </a:r>
            <a:r>
              <a:rPr lang="en-GB" sz="1400" dirty="0"/>
              <a:t> (</a:t>
            </a:r>
            <a:r>
              <a:rPr lang="en-GB" sz="1400" dirty="0" err="1"/>
              <a:t>pentru</a:t>
            </a:r>
            <a:r>
              <a:rPr lang="en-GB" sz="1400" dirty="0"/>
              <a:t> a se </a:t>
            </a:r>
            <a:r>
              <a:rPr lang="en-GB" sz="1400" dirty="0" err="1"/>
              <a:t>asigura</a:t>
            </a:r>
            <a:r>
              <a:rPr lang="en-GB" sz="1400" dirty="0"/>
              <a:t> </a:t>
            </a:r>
            <a:r>
              <a:rPr lang="en-GB" sz="1400" dirty="0" err="1"/>
              <a:t>că</a:t>
            </a:r>
            <a:r>
              <a:rPr lang="en-GB" sz="1400" dirty="0"/>
              <a:t> </a:t>
            </a:r>
            <a:r>
              <a:rPr lang="en-GB" sz="1400" dirty="0" err="1"/>
              <a:t>fișierul</a:t>
            </a:r>
            <a:r>
              <a:rPr lang="en-GB" sz="1400" dirty="0"/>
              <a:t> </a:t>
            </a:r>
            <a:r>
              <a:rPr lang="en-GB" sz="1400" dirty="0" err="1"/>
              <a:t>este</a:t>
            </a:r>
            <a:r>
              <a:rPr lang="en-GB" sz="1400" dirty="0"/>
              <a:t> "</a:t>
            </a:r>
            <a:r>
              <a:rPr lang="en-GB" sz="1400" dirty="0" err="1"/>
              <a:t>curat</a:t>
            </a:r>
            <a:r>
              <a:rPr lang="en-GB" sz="1400" dirty="0"/>
              <a:t>").</a:t>
            </a:r>
          </a:p>
          <a:p>
            <a:r>
              <a:rPr lang="en-GB" sz="1400" dirty="0" err="1"/>
              <a:t>Afișează</a:t>
            </a:r>
            <a:r>
              <a:rPr lang="en-GB" sz="1400" dirty="0"/>
              <a:t> un </a:t>
            </a:r>
            <a:r>
              <a:rPr lang="en-GB" sz="1400" dirty="0" err="1"/>
              <a:t>mesaj</a:t>
            </a:r>
            <a:r>
              <a:rPr lang="en-GB" sz="1400" dirty="0"/>
              <a:t> de </a:t>
            </a:r>
            <a:r>
              <a:rPr lang="en-GB" sz="1400" dirty="0" err="1"/>
              <a:t>sistem</a:t>
            </a:r>
            <a:r>
              <a:rPr lang="en-GB" sz="1400" dirty="0"/>
              <a:t> </a:t>
            </a:r>
            <a:r>
              <a:rPr lang="en-GB" sz="1400" dirty="0" err="1"/>
              <a:t>în</a:t>
            </a:r>
            <a:r>
              <a:rPr lang="en-GB" sz="1400" dirty="0"/>
              <a:t> </a:t>
            </a:r>
            <a:r>
              <a:rPr lang="en-GB" sz="1400" dirty="0" err="1"/>
              <a:t>consolă</a:t>
            </a:r>
            <a:r>
              <a:rPr lang="en-GB" sz="1400" dirty="0"/>
              <a:t> </a:t>
            </a:r>
            <a:r>
              <a:rPr lang="en-GB" sz="1400" dirty="0" err="1"/>
              <a:t>pentru</a:t>
            </a:r>
            <a:r>
              <a:rPr lang="en-GB" sz="1400" dirty="0"/>
              <a:t> </a:t>
            </a:r>
            <a:r>
              <a:rPr lang="en-GB" sz="1400" dirty="0" err="1"/>
              <a:t>confirmare</a:t>
            </a:r>
            <a:r>
              <a:rPr lang="en-GB" sz="1400" dirty="0"/>
              <a:t>.</a:t>
            </a:r>
          </a:p>
          <a:p>
            <a:r>
              <a:rPr lang="en-GB" sz="1400" dirty="0" err="1"/>
              <a:t>Blocul</a:t>
            </a:r>
            <a:r>
              <a:rPr lang="en-GB" sz="1400" dirty="0"/>
              <a:t> try-except cu pass </a:t>
            </a:r>
            <a:r>
              <a:rPr lang="en-GB" sz="1400" dirty="0" err="1"/>
              <a:t>asigură</a:t>
            </a:r>
            <a:r>
              <a:rPr lang="en-GB" sz="1400" dirty="0"/>
              <a:t> </a:t>
            </a:r>
            <a:r>
              <a:rPr lang="en-GB" sz="1400" dirty="0" err="1"/>
              <a:t>că</a:t>
            </a:r>
            <a:r>
              <a:rPr lang="en-GB" sz="1400" dirty="0"/>
              <a:t> </a:t>
            </a:r>
            <a:r>
              <a:rPr lang="en-GB" sz="1400" dirty="0" err="1"/>
              <a:t>programul</a:t>
            </a:r>
            <a:r>
              <a:rPr lang="en-GB" sz="1400" dirty="0"/>
              <a:t> nu se </a:t>
            </a:r>
            <a:r>
              <a:rPr lang="en-GB" sz="1400" dirty="0" err="1"/>
              <a:t>blochează</a:t>
            </a:r>
            <a:r>
              <a:rPr lang="en-GB" sz="1400" dirty="0"/>
              <a:t> </a:t>
            </a:r>
            <a:r>
              <a:rPr lang="en-GB" sz="1400" dirty="0" err="1"/>
              <a:t>dacă</a:t>
            </a:r>
            <a:r>
              <a:rPr lang="en-GB" sz="1400" dirty="0"/>
              <a:t> </a:t>
            </a:r>
            <a:r>
              <a:rPr lang="en-GB" sz="1400" dirty="0" err="1"/>
              <a:t>fișierul</a:t>
            </a:r>
            <a:r>
              <a:rPr lang="en-GB" sz="1400" dirty="0"/>
              <a:t> nu </a:t>
            </a:r>
            <a:r>
              <a:rPr lang="en-GB" sz="1400" dirty="0" err="1"/>
              <a:t>poate</a:t>
            </a:r>
            <a:r>
              <a:rPr lang="en-GB" sz="1400" dirty="0"/>
              <a:t> fi </a:t>
            </a:r>
            <a:r>
              <a:rPr lang="en-GB" sz="1400" dirty="0" err="1"/>
              <a:t>accesat</a:t>
            </a:r>
            <a:r>
              <a:rPr lang="en-GB" sz="1400" dirty="0"/>
              <a:t>, </a:t>
            </a:r>
            <a:r>
              <a:rPr lang="en-GB" sz="1400" dirty="0" err="1"/>
              <a:t>dar</a:t>
            </a:r>
            <a:r>
              <a:rPr lang="en-GB" sz="1400" dirty="0"/>
              <a:t> </a:t>
            </a:r>
            <a:r>
              <a:rPr lang="en-GB" sz="1400" dirty="0" err="1"/>
              <a:t>ignoră</a:t>
            </a:r>
            <a:r>
              <a:rPr lang="en-GB" sz="1400" dirty="0"/>
              <a:t> </a:t>
            </a:r>
            <a:r>
              <a:rPr lang="en-GB" sz="1400" dirty="0" err="1"/>
              <a:t>silențios</a:t>
            </a:r>
            <a:r>
              <a:rPr lang="en-GB" sz="1400" dirty="0"/>
              <a:t> </a:t>
            </a:r>
            <a:r>
              <a:rPr lang="en-GB" sz="1400" dirty="0" err="1"/>
              <a:t>eroarea</a:t>
            </a:r>
            <a:r>
              <a:rPr lang="en-GB" sz="1400" dirty="0"/>
              <a:t>.</a:t>
            </a:r>
          </a:p>
          <a:p>
            <a:pPr>
              <a:buNone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1587754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0E7C6B-81ED-655B-8A66-2A1494D31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12204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F12698-90E8-ECF8-CAE8-B13E71F13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48" y="1009004"/>
            <a:ext cx="3947756" cy="304541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1AE3F4-3A49-C11B-F0EC-02FE488664E4}"/>
              </a:ext>
            </a:extLst>
          </p:cNvPr>
          <p:cNvSpPr txBox="1"/>
          <p:nvPr/>
        </p:nvSpPr>
        <p:spPr>
          <a:xfrm>
            <a:off x="7731424" y="500332"/>
            <a:ext cx="3947755" cy="5632311"/>
          </a:xfrm>
          <a:custGeom>
            <a:avLst/>
            <a:gdLst>
              <a:gd name="csX0" fmla="*/ 0 w 3947755"/>
              <a:gd name="csY0" fmla="*/ 0 h 5632311"/>
              <a:gd name="csX1" fmla="*/ 3947755 w 3947755"/>
              <a:gd name="csY1" fmla="*/ 0 h 5632311"/>
              <a:gd name="csX2" fmla="*/ 3947755 w 3947755"/>
              <a:gd name="csY2" fmla="*/ 5632311 h 5632311"/>
              <a:gd name="csX3" fmla="*/ 0 w 3947755"/>
              <a:gd name="csY3" fmla="*/ 5632311 h 5632311"/>
              <a:gd name="csX4" fmla="*/ 0 w 3947755"/>
              <a:gd name="csY4" fmla="*/ 0 h 5632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47755" h="5632311" extrusionOk="0">
                <a:moveTo>
                  <a:pt x="0" y="0"/>
                </a:moveTo>
                <a:cubicBezTo>
                  <a:pt x="1746592" y="123273"/>
                  <a:pt x="3010611" y="36756"/>
                  <a:pt x="3947755" y="0"/>
                </a:cubicBezTo>
                <a:cubicBezTo>
                  <a:pt x="3921999" y="2788871"/>
                  <a:pt x="3849060" y="4415903"/>
                  <a:pt x="3947755" y="5632311"/>
                </a:cubicBezTo>
                <a:cubicBezTo>
                  <a:pt x="2304488" y="5613747"/>
                  <a:pt x="767065" y="5501449"/>
                  <a:pt x="0" y="5632311"/>
                </a:cubicBezTo>
                <a:cubicBezTo>
                  <a:pt x="9641" y="4202281"/>
                  <a:pt x="-168939" y="733722"/>
                  <a:pt x="0" y="0"/>
                </a:cubicBezTo>
                <a:close/>
              </a:path>
            </a:pathLst>
          </a:custGeom>
          <a:noFill/>
          <a:ln w="3810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592317998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 err="1"/>
              <a:t>Funcția</a:t>
            </a:r>
            <a:r>
              <a:rPr lang="en-GB" dirty="0"/>
              <a:t> </a:t>
            </a:r>
            <a:r>
              <a:rPr lang="en-GB" dirty="0" err="1">
                <a:latin typeface="Courier New" panose="02070309020205020404" pitchFamily="49" charset="0"/>
              </a:rPr>
              <a:t>meniu_principal</a:t>
            </a:r>
            <a:r>
              <a:rPr lang="en-GB" dirty="0"/>
              <a:t> </a:t>
            </a:r>
            <a:r>
              <a:rPr lang="en-GB" dirty="0" err="1"/>
              <a:t>reprezintă</a:t>
            </a:r>
            <a:r>
              <a:rPr lang="en-GB" dirty="0"/>
              <a:t> </a:t>
            </a:r>
            <a:r>
              <a:rPr lang="en-GB" b="1" dirty="0" err="1"/>
              <a:t>nucleul</a:t>
            </a:r>
            <a:r>
              <a:rPr lang="en-GB" b="1" dirty="0"/>
              <a:t> </a:t>
            </a:r>
            <a:r>
              <a:rPr lang="en-GB" b="1" dirty="0" err="1"/>
              <a:t>interactiv</a:t>
            </a:r>
            <a:r>
              <a:rPr lang="en-GB" dirty="0"/>
              <a:t> al </a:t>
            </a:r>
            <a:r>
              <a:rPr lang="en-GB" dirty="0" err="1"/>
              <a:t>aplicației</a:t>
            </a:r>
            <a:r>
              <a:rPr lang="en-GB" dirty="0"/>
              <a:t>. </a:t>
            </a:r>
            <a:r>
              <a:rPr lang="en-GB" dirty="0" err="1"/>
              <a:t>Aceasta</a:t>
            </a:r>
            <a:r>
              <a:rPr lang="en-GB" dirty="0"/>
              <a:t> </a:t>
            </a:r>
            <a:r>
              <a:rPr lang="en-GB" dirty="0" err="1"/>
              <a:t>inițializează</a:t>
            </a:r>
            <a:r>
              <a:rPr lang="en-GB" dirty="0"/>
              <a:t> </a:t>
            </a:r>
            <a:r>
              <a:rPr lang="en-GB" dirty="0" err="1"/>
              <a:t>sesiunea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rulează</a:t>
            </a:r>
            <a:r>
              <a:rPr lang="en-GB" dirty="0"/>
              <a:t> o </a:t>
            </a:r>
            <a:r>
              <a:rPr lang="en-GB" dirty="0" err="1"/>
              <a:t>buclă</a:t>
            </a:r>
            <a:r>
              <a:rPr lang="en-GB" dirty="0"/>
              <a:t> </a:t>
            </a:r>
            <a:r>
              <a:rPr lang="en-GB" dirty="0" err="1"/>
              <a:t>infinită</a:t>
            </a:r>
            <a:r>
              <a:rPr lang="en-GB" dirty="0"/>
              <a:t> (</a:t>
            </a:r>
            <a:r>
              <a:rPr lang="en-GB" dirty="0">
                <a:latin typeface="Courier New" panose="02070309020205020404" pitchFamily="49" charset="0"/>
              </a:rPr>
              <a:t>while True</a:t>
            </a:r>
            <a:r>
              <a:rPr lang="en-GB" dirty="0"/>
              <a:t>) </a:t>
            </a:r>
            <a:r>
              <a:rPr lang="en-GB" dirty="0" err="1"/>
              <a:t>pentru</a:t>
            </a:r>
            <a:r>
              <a:rPr lang="en-GB" dirty="0"/>
              <a:t> a </a:t>
            </a:r>
            <a:r>
              <a:rPr lang="en-GB" dirty="0" err="1"/>
              <a:t>afișa</a:t>
            </a:r>
            <a:r>
              <a:rPr lang="en-GB" dirty="0"/>
              <a:t> constant </a:t>
            </a:r>
            <a:r>
              <a:rPr lang="en-GB" dirty="0" err="1"/>
              <a:t>lista</a:t>
            </a:r>
            <a:r>
              <a:rPr lang="en-GB" dirty="0"/>
              <a:t> de </a:t>
            </a:r>
            <a:r>
              <a:rPr lang="en-GB" dirty="0" err="1"/>
              <a:t>opțiuni</a:t>
            </a:r>
            <a:r>
              <a:rPr lang="en-GB" dirty="0"/>
              <a:t> </a:t>
            </a:r>
            <a:r>
              <a:rPr lang="en-GB" dirty="0" err="1"/>
              <a:t>disponibile</a:t>
            </a:r>
            <a:r>
              <a:rPr lang="en-GB" dirty="0"/>
              <a:t> (</a:t>
            </a:r>
            <a:r>
              <a:rPr lang="en-GB" dirty="0" err="1"/>
              <a:t>încărcare</a:t>
            </a:r>
            <a:r>
              <a:rPr lang="en-GB" dirty="0"/>
              <a:t> text, </a:t>
            </a:r>
            <a:r>
              <a:rPr lang="en-GB" dirty="0" err="1"/>
              <a:t>analize</a:t>
            </a:r>
            <a:r>
              <a:rPr lang="en-GB" dirty="0"/>
              <a:t> </a:t>
            </a:r>
            <a:r>
              <a:rPr lang="en-GB" dirty="0" err="1"/>
              <a:t>statistice</a:t>
            </a:r>
            <a:r>
              <a:rPr lang="en-GB" dirty="0"/>
              <a:t>, </a:t>
            </a:r>
            <a:r>
              <a:rPr lang="en-GB" dirty="0" err="1"/>
              <a:t>criptare</a:t>
            </a:r>
            <a:r>
              <a:rPr lang="en-GB" dirty="0"/>
              <a:t>, </a:t>
            </a:r>
            <a:r>
              <a:rPr lang="en-GB" dirty="0" err="1"/>
              <a:t>salvare</a:t>
            </a:r>
            <a:r>
              <a:rPr lang="en-GB" dirty="0"/>
              <a:t> </a:t>
            </a:r>
            <a:r>
              <a:rPr lang="en-GB" dirty="0" err="1"/>
              <a:t>raport</a:t>
            </a:r>
            <a:r>
              <a:rPr lang="en-GB" dirty="0"/>
              <a:t> etc.).</a:t>
            </a:r>
          </a:p>
          <a:p>
            <a:pPr>
              <a:buNone/>
            </a:pPr>
            <a:r>
              <a:rPr lang="en-GB" dirty="0" err="1"/>
              <a:t>Acționează</a:t>
            </a:r>
            <a:r>
              <a:rPr lang="en-GB" dirty="0"/>
              <a:t> ca un </a:t>
            </a:r>
            <a:r>
              <a:rPr lang="en-GB" b="1" dirty="0" err="1"/>
              <a:t>dispecer</a:t>
            </a:r>
            <a:r>
              <a:rPr lang="en-GB" b="1" dirty="0"/>
              <a:t> de </a:t>
            </a:r>
            <a:r>
              <a:rPr lang="en-GB" b="1" dirty="0" err="1"/>
              <a:t>comenzi</a:t>
            </a:r>
            <a:r>
              <a:rPr lang="en-GB" dirty="0"/>
              <a:t>: </a:t>
            </a:r>
            <a:r>
              <a:rPr lang="en-GB" dirty="0" err="1"/>
              <a:t>preia</a:t>
            </a:r>
            <a:r>
              <a:rPr lang="en-GB" dirty="0"/>
              <a:t> </a:t>
            </a:r>
            <a:r>
              <a:rPr lang="en-GB" dirty="0" err="1"/>
              <a:t>inputul</a:t>
            </a:r>
            <a:r>
              <a:rPr lang="en-GB" dirty="0"/>
              <a:t> de la </a:t>
            </a:r>
            <a:r>
              <a:rPr lang="en-GB" dirty="0" err="1"/>
              <a:t>tastatură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apelează</a:t>
            </a:r>
            <a:r>
              <a:rPr lang="en-GB" dirty="0"/>
              <a:t> </a:t>
            </a:r>
            <a:r>
              <a:rPr lang="en-GB" dirty="0" err="1"/>
              <a:t>funcțiile</a:t>
            </a:r>
            <a:r>
              <a:rPr lang="en-GB" dirty="0"/>
              <a:t> </a:t>
            </a:r>
            <a:r>
              <a:rPr lang="en-GB" dirty="0" err="1"/>
              <a:t>specifice</a:t>
            </a:r>
            <a:r>
              <a:rPr lang="en-GB" dirty="0"/>
              <a:t> </a:t>
            </a:r>
            <a:r>
              <a:rPr lang="en-GB" dirty="0" err="1"/>
              <a:t>corespunzătoare</a:t>
            </a:r>
            <a:r>
              <a:rPr lang="en-GB" dirty="0"/>
              <a:t> </a:t>
            </a:r>
            <a:r>
              <a:rPr lang="en-GB" dirty="0" err="1"/>
              <a:t>fiecărei</a:t>
            </a:r>
            <a:r>
              <a:rPr lang="en-GB" dirty="0"/>
              <a:t> </a:t>
            </a:r>
            <a:r>
              <a:rPr lang="en-GB" dirty="0" err="1"/>
              <a:t>cifre</a:t>
            </a:r>
            <a:r>
              <a:rPr lang="en-GB" dirty="0"/>
              <a:t> </a:t>
            </a:r>
            <a:r>
              <a:rPr lang="en-GB" dirty="0" err="1"/>
              <a:t>selectate</a:t>
            </a:r>
            <a:r>
              <a:rPr lang="en-GB" dirty="0"/>
              <a:t> (de la 1 la 10). De </a:t>
            </a:r>
            <a:r>
              <a:rPr lang="en-GB" dirty="0" err="1"/>
              <a:t>asemenea</a:t>
            </a:r>
            <a:r>
              <a:rPr lang="en-GB" dirty="0"/>
              <a:t>, </a:t>
            </a:r>
            <a:r>
              <a:rPr lang="en-GB" dirty="0" err="1"/>
              <a:t>gestionează</a:t>
            </a:r>
            <a:r>
              <a:rPr lang="en-GB" dirty="0"/>
              <a:t> </a:t>
            </a:r>
            <a:r>
              <a:rPr lang="en-GB" dirty="0" err="1"/>
              <a:t>ieșirea</a:t>
            </a:r>
            <a:r>
              <a:rPr lang="en-GB" dirty="0"/>
              <a:t> </a:t>
            </a:r>
            <a:r>
              <a:rPr lang="en-GB" dirty="0" err="1"/>
              <a:t>controlată</a:t>
            </a:r>
            <a:r>
              <a:rPr lang="en-GB" dirty="0"/>
              <a:t> din program (</a:t>
            </a:r>
            <a:r>
              <a:rPr lang="en-GB" dirty="0" err="1"/>
              <a:t>opțiunea</a:t>
            </a:r>
            <a:r>
              <a:rPr lang="en-GB" dirty="0"/>
              <a:t> "0"), </a:t>
            </a:r>
            <a:r>
              <a:rPr lang="en-GB" dirty="0" err="1"/>
              <a:t>jurnalizarea</a:t>
            </a:r>
            <a:r>
              <a:rPr lang="en-GB" dirty="0"/>
              <a:t> </a:t>
            </a:r>
            <a:r>
              <a:rPr lang="en-GB" dirty="0" err="1"/>
              <a:t>activității</a:t>
            </a:r>
            <a:r>
              <a:rPr lang="en-GB" dirty="0"/>
              <a:t> de start/stop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tratarea</a:t>
            </a:r>
            <a:r>
              <a:rPr lang="en-GB" dirty="0"/>
              <a:t> </a:t>
            </a:r>
            <a:r>
              <a:rPr lang="en-GB" dirty="0" err="1"/>
              <a:t>erorilor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opțiunile</a:t>
            </a:r>
            <a:r>
              <a:rPr lang="en-GB" dirty="0"/>
              <a:t> </a:t>
            </a:r>
            <a:r>
              <a:rPr lang="en-GB" dirty="0" err="1"/>
              <a:t>invalide</a:t>
            </a:r>
            <a:r>
              <a:rPr lang="en-GB" dirty="0"/>
              <a:t>, </a:t>
            </a:r>
            <a:r>
              <a:rPr lang="en-GB" dirty="0" err="1"/>
              <a:t>asigurând</a:t>
            </a:r>
            <a:r>
              <a:rPr lang="en-GB" dirty="0"/>
              <a:t> </a:t>
            </a:r>
            <a:r>
              <a:rPr lang="en-GB" dirty="0" err="1"/>
              <a:t>rularea</a:t>
            </a:r>
            <a:r>
              <a:rPr lang="en-GB" dirty="0"/>
              <a:t> </a:t>
            </a:r>
            <a:r>
              <a:rPr lang="en-GB" dirty="0" err="1"/>
              <a:t>continuă</a:t>
            </a:r>
            <a:r>
              <a:rPr lang="en-GB" dirty="0"/>
              <a:t> a </a:t>
            </a:r>
            <a:r>
              <a:rPr lang="en-GB" dirty="0" err="1"/>
              <a:t>programului</a:t>
            </a:r>
            <a:r>
              <a:rPr lang="en-GB" dirty="0"/>
              <a:t> </a:t>
            </a:r>
            <a:r>
              <a:rPr lang="en-GB" dirty="0" err="1"/>
              <a:t>până</a:t>
            </a:r>
            <a:r>
              <a:rPr lang="en-GB" dirty="0"/>
              <a:t> la </a:t>
            </a:r>
            <a:r>
              <a:rPr lang="en-GB" dirty="0" err="1"/>
              <a:t>oprirea</a:t>
            </a:r>
            <a:r>
              <a:rPr lang="en-GB" dirty="0"/>
              <a:t> </a:t>
            </a:r>
            <a:r>
              <a:rPr lang="en-GB" dirty="0" err="1"/>
              <a:t>manuală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3266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3EBCE64-AFB1-4811-B8F9-0B8D4CB0140A}"/>
              </a:ext>
            </a:extLst>
          </p:cNvPr>
          <p:cNvSpPr/>
          <p:nvPr/>
        </p:nvSpPr>
        <p:spPr>
          <a:xfrm flipH="1">
            <a:off x="797817" y="3557117"/>
            <a:ext cx="11394183" cy="3300883"/>
          </a:xfrm>
          <a:custGeom>
            <a:avLst/>
            <a:gdLst>
              <a:gd name="connsiteX0" fmla="*/ 3168075 w 11394183"/>
              <a:gd name="connsiteY0" fmla="*/ 3011446 h 3300883"/>
              <a:gd name="connsiteX1" fmla="*/ 3141946 w 11394183"/>
              <a:gd name="connsiteY1" fmla="*/ 3047736 h 3300883"/>
              <a:gd name="connsiteX2" fmla="*/ 3141946 w 11394183"/>
              <a:gd name="connsiteY2" fmla="*/ 3300883 h 3300883"/>
              <a:gd name="connsiteX3" fmla="*/ 3165898 w 11394183"/>
              <a:gd name="connsiteY3" fmla="*/ 3300883 h 3300883"/>
              <a:gd name="connsiteX4" fmla="*/ 3165898 w 11394183"/>
              <a:gd name="connsiteY4" fmla="*/ 3029591 h 3300883"/>
              <a:gd name="connsiteX5" fmla="*/ 3168075 w 11394183"/>
              <a:gd name="connsiteY5" fmla="*/ 3011446 h 3300883"/>
              <a:gd name="connsiteX6" fmla="*/ 2591366 w 11394183"/>
              <a:gd name="connsiteY6" fmla="*/ 3007317 h 3300883"/>
              <a:gd name="connsiteX7" fmla="*/ 2577282 w 11394183"/>
              <a:gd name="connsiteY7" fmla="*/ 3041202 h 3300883"/>
              <a:gd name="connsiteX8" fmla="*/ 2577491 w 11394183"/>
              <a:gd name="connsiteY8" fmla="*/ 3300883 h 3300883"/>
              <a:gd name="connsiteX9" fmla="*/ 2606313 w 11394183"/>
              <a:gd name="connsiteY9" fmla="*/ 3300883 h 3300883"/>
              <a:gd name="connsiteX10" fmla="*/ 2606313 w 11394183"/>
              <a:gd name="connsiteY10" fmla="*/ 3041928 h 3300883"/>
              <a:gd name="connsiteX11" fmla="*/ 2610667 w 11394183"/>
              <a:gd name="connsiteY11" fmla="*/ 3013622 h 3300883"/>
              <a:gd name="connsiteX12" fmla="*/ 2591366 w 11394183"/>
              <a:gd name="connsiteY12" fmla="*/ 3007317 h 3300883"/>
              <a:gd name="connsiteX13" fmla="*/ 2903083 w 11394183"/>
              <a:gd name="connsiteY13" fmla="*/ 3005447 h 3300883"/>
              <a:gd name="connsiteX14" fmla="*/ 2887195 w 11394183"/>
              <a:gd name="connsiteY14" fmla="*/ 3009994 h 3300883"/>
              <a:gd name="connsiteX15" fmla="*/ 2877033 w 11394183"/>
              <a:gd name="connsiteY15" fmla="*/ 3048460 h 3300883"/>
              <a:gd name="connsiteX16" fmla="*/ 2877033 w 11394183"/>
              <a:gd name="connsiteY16" fmla="*/ 3300883 h 3300883"/>
              <a:gd name="connsiteX17" fmla="*/ 2924210 w 11394183"/>
              <a:gd name="connsiteY17" fmla="*/ 3300883 h 3300883"/>
              <a:gd name="connsiteX18" fmla="*/ 2924210 w 11394183"/>
              <a:gd name="connsiteY18" fmla="*/ 3039025 h 3300883"/>
              <a:gd name="connsiteX19" fmla="*/ 2903083 w 11394183"/>
              <a:gd name="connsiteY19" fmla="*/ 3005447 h 3300883"/>
              <a:gd name="connsiteX20" fmla="*/ 1413840 w 11394183"/>
              <a:gd name="connsiteY20" fmla="*/ 2870642 h 3300883"/>
              <a:gd name="connsiteX21" fmla="*/ 1414566 w 11394183"/>
              <a:gd name="connsiteY21" fmla="*/ 2874271 h 3300883"/>
              <a:gd name="connsiteX22" fmla="*/ 1228038 w 11394183"/>
              <a:gd name="connsiteY22" fmla="*/ 2874271 h 3300883"/>
              <a:gd name="connsiteX23" fmla="*/ 1228038 w 11394183"/>
              <a:gd name="connsiteY23" fmla="*/ 2870642 h 3300883"/>
              <a:gd name="connsiteX24" fmla="*/ 1413840 w 11394183"/>
              <a:gd name="connsiteY24" fmla="*/ 2870642 h 3300883"/>
              <a:gd name="connsiteX25" fmla="*/ 3635032 w 11394183"/>
              <a:gd name="connsiteY25" fmla="*/ 2179418 h 3300883"/>
              <a:gd name="connsiteX26" fmla="*/ 3649275 w 11394183"/>
              <a:gd name="connsiteY26" fmla="*/ 2179690 h 3300883"/>
              <a:gd name="connsiteX27" fmla="*/ 4079669 w 11394183"/>
              <a:gd name="connsiteY27" fmla="*/ 2179690 h 3300883"/>
              <a:gd name="connsiteX28" fmla="*/ 4093459 w 11394183"/>
              <a:gd name="connsiteY28" fmla="*/ 2186222 h 3300883"/>
              <a:gd name="connsiteX29" fmla="*/ 3622421 w 11394183"/>
              <a:gd name="connsiteY29" fmla="*/ 2186222 h 3300883"/>
              <a:gd name="connsiteX30" fmla="*/ 3624598 w 11394183"/>
              <a:gd name="connsiteY30" fmla="*/ 2190577 h 3300883"/>
              <a:gd name="connsiteX31" fmla="*/ 4062975 w 11394183"/>
              <a:gd name="connsiteY31" fmla="*/ 2190577 h 3300883"/>
              <a:gd name="connsiteX32" fmla="*/ 4102168 w 11394183"/>
              <a:gd name="connsiteY32" fmla="*/ 2228318 h 3300883"/>
              <a:gd name="connsiteX33" fmla="*/ 4093459 w 11394183"/>
              <a:gd name="connsiteY33" fmla="*/ 2416298 h 3300883"/>
              <a:gd name="connsiteX34" fmla="*/ 4059347 w 11394183"/>
              <a:gd name="connsiteY34" fmla="*/ 2447507 h 3300883"/>
              <a:gd name="connsiteX35" fmla="*/ 3650000 w 11394183"/>
              <a:gd name="connsiteY35" fmla="*/ 2447507 h 3300883"/>
              <a:gd name="connsiteX36" fmla="*/ 3621696 w 11394183"/>
              <a:gd name="connsiteY36" fmla="*/ 2418475 h 3300883"/>
              <a:gd name="connsiteX37" fmla="*/ 3598470 w 11394183"/>
              <a:gd name="connsiteY37" fmla="*/ 2396702 h 3300883"/>
              <a:gd name="connsiteX38" fmla="*/ 3504842 w 11394183"/>
              <a:gd name="connsiteY38" fmla="*/ 2387266 h 3300883"/>
              <a:gd name="connsiteX39" fmla="*/ 3506294 w 11394183"/>
              <a:gd name="connsiteY39" fmla="*/ 2251543 h 3300883"/>
              <a:gd name="connsiteX40" fmla="*/ 3618791 w 11394183"/>
              <a:gd name="connsiteY40" fmla="*/ 2250818 h 3300883"/>
              <a:gd name="connsiteX41" fmla="*/ 3620969 w 11394183"/>
              <a:gd name="connsiteY41" fmla="*/ 2195657 h 3300883"/>
              <a:gd name="connsiteX42" fmla="*/ 3622421 w 11394183"/>
              <a:gd name="connsiteY42" fmla="*/ 2186222 h 3300883"/>
              <a:gd name="connsiteX43" fmla="*/ 3635032 w 11394183"/>
              <a:gd name="connsiteY43" fmla="*/ 2179418 h 3300883"/>
              <a:gd name="connsiteX44" fmla="*/ 76208 w 11394183"/>
              <a:gd name="connsiteY44" fmla="*/ 1218744 h 3300883"/>
              <a:gd name="connsiteX45" fmla="*/ 0 w 11394183"/>
              <a:gd name="connsiteY45" fmla="*/ 1294951 h 3300883"/>
              <a:gd name="connsiteX46" fmla="*/ 0 w 11394183"/>
              <a:gd name="connsiteY46" fmla="*/ 1338499 h 3300883"/>
              <a:gd name="connsiteX47" fmla="*/ 0 w 11394183"/>
              <a:gd name="connsiteY47" fmla="*/ 3206684 h 3300883"/>
              <a:gd name="connsiteX48" fmla="*/ 1452 w 11394183"/>
              <a:gd name="connsiteY48" fmla="*/ 3264747 h 3300883"/>
              <a:gd name="connsiteX49" fmla="*/ 5988 w 11394183"/>
              <a:gd name="connsiteY49" fmla="*/ 3287337 h 3300883"/>
              <a:gd name="connsiteX50" fmla="*/ 19459 w 11394183"/>
              <a:gd name="connsiteY50" fmla="*/ 3300883 h 3300883"/>
              <a:gd name="connsiteX51" fmla="*/ 25633 w 11394183"/>
              <a:gd name="connsiteY51" fmla="*/ 3300883 h 3300883"/>
              <a:gd name="connsiteX52" fmla="*/ 26219 w 11394183"/>
              <a:gd name="connsiteY52" fmla="*/ 3300311 h 3300883"/>
              <a:gd name="connsiteX53" fmla="*/ 26699 w 11394183"/>
              <a:gd name="connsiteY53" fmla="*/ 3300883 h 3300883"/>
              <a:gd name="connsiteX54" fmla="*/ 1001629 w 11394183"/>
              <a:gd name="connsiteY54" fmla="*/ 3300883 h 3300883"/>
              <a:gd name="connsiteX55" fmla="*/ 1038606 w 11394183"/>
              <a:gd name="connsiteY55" fmla="*/ 3290150 h 3300883"/>
              <a:gd name="connsiteX56" fmla="*/ 997236 w 11394183"/>
              <a:gd name="connsiteY56" fmla="*/ 3251683 h 3300883"/>
              <a:gd name="connsiteX57" fmla="*/ 706920 w 11394183"/>
              <a:gd name="connsiteY57" fmla="*/ 2937416 h 3300883"/>
              <a:gd name="connsiteX58" fmla="*/ 566116 w 11394183"/>
              <a:gd name="connsiteY58" fmla="*/ 2610810 h 3300883"/>
              <a:gd name="connsiteX59" fmla="*/ 553779 w 11394183"/>
              <a:gd name="connsiteY59" fmla="*/ 2577424 h 3300883"/>
              <a:gd name="connsiteX60" fmla="*/ 545795 w 11394183"/>
              <a:gd name="connsiteY60" fmla="*/ 2556376 h 3300883"/>
              <a:gd name="connsiteX61" fmla="*/ 521117 w 11394183"/>
              <a:gd name="connsiteY61" fmla="*/ 2426459 h 3300883"/>
              <a:gd name="connsiteX62" fmla="*/ 528376 w 11394183"/>
              <a:gd name="connsiteY62" fmla="*/ 2095499 h 3300883"/>
              <a:gd name="connsiteX63" fmla="*/ 538537 w 11394183"/>
              <a:gd name="connsiteY63" fmla="*/ 2069371 h 3300883"/>
              <a:gd name="connsiteX64" fmla="*/ 538537 w 11394183"/>
              <a:gd name="connsiteY64" fmla="*/ 2066467 h 3300883"/>
              <a:gd name="connsiteX65" fmla="*/ 593697 w 11394183"/>
              <a:gd name="connsiteY65" fmla="*/ 1850181 h 3300883"/>
              <a:gd name="connsiteX66" fmla="*/ 880384 w 11394183"/>
              <a:gd name="connsiteY66" fmla="*/ 1419788 h 3300883"/>
              <a:gd name="connsiteX67" fmla="*/ 909415 w 11394183"/>
              <a:gd name="connsiteY67" fmla="*/ 1403095 h 3300883"/>
              <a:gd name="connsiteX68" fmla="*/ 981269 w 11394183"/>
              <a:gd name="connsiteY68" fmla="*/ 1331967 h 3300883"/>
              <a:gd name="connsiteX69" fmla="*/ 1085057 w 11394183"/>
              <a:gd name="connsiteY69" fmla="*/ 1260114 h 3300883"/>
              <a:gd name="connsiteX70" fmla="*/ 1107556 w 11394183"/>
              <a:gd name="connsiteY70" fmla="*/ 1230357 h 3300883"/>
              <a:gd name="connsiteX71" fmla="*/ 1066912 w 11394183"/>
              <a:gd name="connsiteY71" fmla="*/ 1219469 h 3300883"/>
              <a:gd name="connsiteX72" fmla="*/ 76208 w 11394183"/>
              <a:gd name="connsiteY72" fmla="*/ 1218744 h 3300883"/>
              <a:gd name="connsiteX73" fmla="*/ 2529381 w 11394183"/>
              <a:gd name="connsiteY73" fmla="*/ 142 h 3300883"/>
              <a:gd name="connsiteX74" fmla="*/ 2466963 w 11394183"/>
              <a:gd name="connsiteY74" fmla="*/ 46592 h 3300883"/>
              <a:gd name="connsiteX75" fmla="*/ 2497445 w 11394183"/>
              <a:gd name="connsiteY75" fmla="*/ 111914 h 3300883"/>
              <a:gd name="connsiteX76" fmla="*/ 2527929 w 11394183"/>
              <a:gd name="connsiteY76" fmla="*/ 169977 h 3300883"/>
              <a:gd name="connsiteX77" fmla="*/ 2527203 w 11394183"/>
              <a:gd name="connsiteY77" fmla="*/ 1443739 h 3300883"/>
              <a:gd name="connsiteX78" fmla="*/ 2527203 w 11394183"/>
              <a:gd name="connsiteY78" fmla="*/ 1603413 h 3300883"/>
              <a:gd name="connsiteX79" fmla="*/ 2517042 w 11394183"/>
              <a:gd name="connsiteY79" fmla="*/ 1630267 h 3300883"/>
              <a:gd name="connsiteX80" fmla="*/ 2491640 w 11394183"/>
              <a:gd name="connsiteY80" fmla="*/ 1671637 h 3300883"/>
              <a:gd name="connsiteX81" fmla="*/ 2491640 w 11394183"/>
              <a:gd name="connsiteY81" fmla="*/ 1722443 h 3300883"/>
              <a:gd name="connsiteX82" fmla="*/ 2467688 w 11394183"/>
              <a:gd name="connsiteY82" fmla="*/ 1748571 h 3300883"/>
              <a:gd name="connsiteX83" fmla="*/ 2373335 w 11394183"/>
              <a:gd name="connsiteY83" fmla="*/ 1748571 h 3300883"/>
              <a:gd name="connsiteX84" fmla="*/ 2349384 w 11394183"/>
              <a:gd name="connsiteY84" fmla="*/ 1721716 h 3300883"/>
              <a:gd name="connsiteX85" fmla="*/ 2349384 w 11394183"/>
              <a:gd name="connsiteY85" fmla="*/ 1649137 h 3300883"/>
              <a:gd name="connsiteX86" fmla="*/ 2337046 w 11394183"/>
              <a:gd name="connsiteY86" fmla="*/ 1630993 h 3300883"/>
              <a:gd name="connsiteX87" fmla="*/ 2310918 w 11394183"/>
              <a:gd name="connsiteY87" fmla="*/ 1601961 h 3300883"/>
              <a:gd name="connsiteX88" fmla="*/ 2310918 w 11394183"/>
              <a:gd name="connsiteY88" fmla="*/ 861655 h 3300883"/>
              <a:gd name="connsiteX89" fmla="*/ 2322530 w 11394183"/>
              <a:gd name="connsiteY89" fmla="*/ 805769 h 3300883"/>
              <a:gd name="connsiteX90" fmla="*/ 2265193 w 11394183"/>
              <a:gd name="connsiteY90" fmla="*/ 717949 h 3300883"/>
              <a:gd name="connsiteX91" fmla="*/ 2207130 w 11394183"/>
              <a:gd name="connsiteY91" fmla="*/ 781093 h 3300883"/>
              <a:gd name="connsiteX92" fmla="*/ 2253580 w 11394183"/>
              <a:gd name="connsiteY92" fmla="*/ 838430 h 3300883"/>
              <a:gd name="connsiteX93" fmla="*/ 2277531 w 11394183"/>
              <a:gd name="connsiteY93" fmla="*/ 877622 h 3300883"/>
              <a:gd name="connsiteX94" fmla="*/ 2278257 w 11394183"/>
              <a:gd name="connsiteY94" fmla="*/ 1596155 h 3300883"/>
              <a:gd name="connsiteX95" fmla="*/ 2241242 w 11394183"/>
              <a:gd name="connsiteY95" fmla="*/ 1631719 h 3300883"/>
              <a:gd name="connsiteX96" fmla="*/ 2205678 w 11394183"/>
              <a:gd name="connsiteY96" fmla="*/ 1666557 h 3300883"/>
              <a:gd name="connsiteX97" fmla="*/ 2204952 w 11394183"/>
              <a:gd name="connsiteY97" fmla="*/ 1742764 h 3300883"/>
              <a:gd name="connsiteX98" fmla="*/ 2123665 w 11394183"/>
              <a:gd name="connsiteY98" fmla="*/ 1747845 h 3300883"/>
              <a:gd name="connsiteX99" fmla="*/ 2101890 w 11394183"/>
              <a:gd name="connsiteY99" fmla="*/ 1747845 h 3300883"/>
              <a:gd name="connsiteX100" fmla="*/ 2074309 w 11394183"/>
              <a:gd name="connsiteY100" fmla="*/ 1720265 h 3300883"/>
              <a:gd name="connsiteX101" fmla="*/ 2074309 w 11394183"/>
              <a:gd name="connsiteY101" fmla="*/ 1630993 h 3300883"/>
              <a:gd name="connsiteX102" fmla="*/ 2008989 w 11394183"/>
              <a:gd name="connsiteY102" fmla="*/ 1618655 h 3300883"/>
              <a:gd name="connsiteX103" fmla="*/ 2002456 w 11394183"/>
              <a:gd name="connsiteY103" fmla="*/ 1599058 h 3300883"/>
              <a:gd name="connsiteX104" fmla="*/ 2002456 w 11394183"/>
              <a:gd name="connsiteY104" fmla="*/ 1135278 h 3300883"/>
              <a:gd name="connsiteX105" fmla="*/ 2005359 w 11394183"/>
              <a:gd name="connsiteY105" fmla="*/ 1117859 h 3300883"/>
              <a:gd name="connsiteX106" fmla="*/ 1660609 w 11394183"/>
              <a:gd name="connsiteY106" fmla="*/ 1117859 h 3300883"/>
              <a:gd name="connsiteX107" fmla="*/ 1623594 w 11394183"/>
              <a:gd name="connsiteY107" fmla="*/ 1104795 h 3300883"/>
              <a:gd name="connsiteX108" fmla="*/ 1617788 w 11394183"/>
              <a:gd name="connsiteY108" fmla="*/ 1073586 h 3300883"/>
              <a:gd name="connsiteX109" fmla="*/ 1617788 w 11394183"/>
              <a:gd name="connsiteY109" fmla="*/ 606177 h 3300883"/>
              <a:gd name="connsiteX110" fmla="*/ 1623594 w 11394183"/>
              <a:gd name="connsiteY110" fmla="*/ 575693 h 3300883"/>
              <a:gd name="connsiteX111" fmla="*/ 1623594 w 11394183"/>
              <a:gd name="connsiteY111" fmla="*/ 576420 h 3300883"/>
              <a:gd name="connsiteX112" fmla="*/ 1631577 w 11394183"/>
              <a:gd name="connsiteY112" fmla="*/ 561903 h 3300883"/>
              <a:gd name="connsiteX113" fmla="*/ 1640287 w 11394183"/>
              <a:gd name="connsiteY113" fmla="*/ 498760 h 3300883"/>
              <a:gd name="connsiteX114" fmla="*/ 1579321 w 11394183"/>
              <a:gd name="connsiteY114" fmla="*/ 467551 h 3300883"/>
              <a:gd name="connsiteX115" fmla="*/ 1526338 w 11394183"/>
              <a:gd name="connsiteY115" fmla="*/ 523437 h 3300883"/>
              <a:gd name="connsiteX116" fmla="*/ 1551015 w 11394183"/>
              <a:gd name="connsiteY116" fmla="*/ 578596 h 3300883"/>
              <a:gd name="connsiteX117" fmla="*/ 1581498 w 11394183"/>
              <a:gd name="connsiteY117" fmla="*/ 629402 h 3300883"/>
              <a:gd name="connsiteX118" fmla="*/ 1581498 w 11394183"/>
              <a:gd name="connsiteY118" fmla="*/ 1122214 h 3300883"/>
              <a:gd name="connsiteX119" fmla="*/ 1585853 w 11394183"/>
              <a:gd name="connsiteY119" fmla="*/ 1149068 h 3300883"/>
              <a:gd name="connsiteX120" fmla="*/ 1615610 w 11394183"/>
              <a:gd name="connsiteY120" fmla="*/ 1141084 h 3300883"/>
              <a:gd name="connsiteX121" fmla="*/ 1943667 w 11394183"/>
              <a:gd name="connsiteY121" fmla="*/ 1141084 h 3300883"/>
              <a:gd name="connsiteX122" fmla="*/ 1972699 w 11394183"/>
              <a:gd name="connsiteY122" fmla="*/ 1149793 h 3300883"/>
              <a:gd name="connsiteX123" fmla="*/ 1979957 w 11394183"/>
              <a:gd name="connsiteY123" fmla="*/ 1165761 h 3300883"/>
              <a:gd name="connsiteX124" fmla="*/ 1980683 w 11394183"/>
              <a:gd name="connsiteY124" fmla="*/ 1611396 h 3300883"/>
              <a:gd name="connsiteX125" fmla="*/ 1968344 w 11394183"/>
              <a:gd name="connsiteY125" fmla="*/ 1630267 h 3300883"/>
              <a:gd name="connsiteX126" fmla="*/ 1938587 w 11394183"/>
              <a:gd name="connsiteY126" fmla="*/ 1673814 h 3300883"/>
              <a:gd name="connsiteX127" fmla="*/ 1939313 w 11394183"/>
              <a:gd name="connsiteY127" fmla="*/ 1724619 h 3300883"/>
              <a:gd name="connsiteX128" fmla="*/ 1916087 w 11394183"/>
              <a:gd name="connsiteY128" fmla="*/ 1747845 h 3300883"/>
              <a:gd name="connsiteX129" fmla="*/ 1821734 w 11394183"/>
              <a:gd name="connsiteY129" fmla="*/ 1747845 h 3300883"/>
              <a:gd name="connsiteX130" fmla="*/ 1797784 w 11394183"/>
              <a:gd name="connsiteY130" fmla="*/ 1720991 h 3300883"/>
              <a:gd name="connsiteX131" fmla="*/ 1797784 w 11394183"/>
              <a:gd name="connsiteY131" fmla="*/ 1648412 h 3300883"/>
              <a:gd name="connsiteX132" fmla="*/ 1783993 w 11394183"/>
              <a:gd name="connsiteY132" fmla="*/ 1629541 h 3300883"/>
              <a:gd name="connsiteX133" fmla="*/ 1760768 w 11394183"/>
              <a:gd name="connsiteY133" fmla="*/ 1599784 h 3300883"/>
              <a:gd name="connsiteX134" fmla="*/ 1760768 w 11394183"/>
              <a:gd name="connsiteY134" fmla="*/ 1367531 h 3300883"/>
              <a:gd name="connsiteX135" fmla="*/ 1726656 w 11394183"/>
              <a:gd name="connsiteY135" fmla="*/ 1333418 h 3300883"/>
              <a:gd name="connsiteX136" fmla="*/ 1349971 w 11394183"/>
              <a:gd name="connsiteY136" fmla="*/ 1334145 h 3300883"/>
              <a:gd name="connsiteX137" fmla="*/ 1301343 w 11394183"/>
              <a:gd name="connsiteY137" fmla="*/ 1318178 h 3300883"/>
              <a:gd name="connsiteX138" fmla="*/ 1212797 w 11394183"/>
              <a:gd name="connsiteY138" fmla="*/ 1320354 h 3300883"/>
              <a:gd name="connsiteX139" fmla="*/ 1212071 w 11394183"/>
              <a:gd name="connsiteY139" fmla="*/ 1411078 h 3300883"/>
              <a:gd name="connsiteX140" fmla="*/ 1299166 w 11394183"/>
              <a:gd name="connsiteY140" fmla="*/ 1409626 h 3300883"/>
              <a:gd name="connsiteX141" fmla="*/ 1307149 w 11394183"/>
              <a:gd name="connsiteY141" fmla="*/ 1395111 h 3300883"/>
              <a:gd name="connsiteX142" fmla="*/ 1307149 w 11394183"/>
              <a:gd name="connsiteY142" fmla="*/ 1395837 h 3300883"/>
              <a:gd name="connsiteX143" fmla="*/ 1353600 w 11394183"/>
              <a:gd name="connsiteY143" fmla="*/ 1352289 h 3300883"/>
              <a:gd name="connsiteX144" fmla="*/ 1683835 w 11394183"/>
              <a:gd name="connsiteY144" fmla="*/ 1353015 h 3300883"/>
              <a:gd name="connsiteX145" fmla="*/ 1707060 w 11394183"/>
              <a:gd name="connsiteY145" fmla="*/ 1372612 h 3300883"/>
              <a:gd name="connsiteX146" fmla="*/ 1713592 w 11394183"/>
              <a:gd name="connsiteY146" fmla="*/ 1400191 h 3300883"/>
              <a:gd name="connsiteX147" fmla="*/ 1715043 w 11394183"/>
              <a:gd name="connsiteY147" fmla="*/ 1614299 h 3300883"/>
              <a:gd name="connsiteX148" fmla="*/ 1696899 w 11394183"/>
              <a:gd name="connsiteY148" fmla="*/ 1630267 h 3300883"/>
              <a:gd name="connsiteX149" fmla="*/ 1661335 w 11394183"/>
              <a:gd name="connsiteY149" fmla="*/ 1670911 h 3300883"/>
              <a:gd name="connsiteX150" fmla="*/ 1662061 w 11394183"/>
              <a:gd name="connsiteY150" fmla="*/ 1718087 h 3300883"/>
              <a:gd name="connsiteX151" fmla="*/ 1633030 w 11394183"/>
              <a:gd name="connsiteY151" fmla="*/ 1747119 h 3300883"/>
              <a:gd name="connsiteX152" fmla="*/ 1545934 w 11394183"/>
              <a:gd name="connsiteY152" fmla="*/ 1747119 h 3300883"/>
              <a:gd name="connsiteX153" fmla="*/ 1519080 w 11394183"/>
              <a:gd name="connsiteY153" fmla="*/ 1719540 h 3300883"/>
              <a:gd name="connsiteX154" fmla="*/ 1519080 w 11394183"/>
              <a:gd name="connsiteY154" fmla="*/ 1668734 h 3300883"/>
              <a:gd name="connsiteX155" fmla="*/ 1495129 w 11394183"/>
              <a:gd name="connsiteY155" fmla="*/ 1617928 h 3300883"/>
              <a:gd name="connsiteX156" fmla="*/ 1490048 w 11394183"/>
              <a:gd name="connsiteY156" fmla="*/ 1504706 h 3300883"/>
              <a:gd name="connsiteX157" fmla="*/ 1465372 w 11394183"/>
              <a:gd name="connsiteY157" fmla="*/ 1499625 h 3300883"/>
              <a:gd name="connsiteX158" fmla="*/ 934093 w 11394183"/>
              <a:gd name="connsiteY158" fmla="*/ 1499625 h 3300883"/>
              <a:gd name="connsiteX159" fmla="*/ 833208 w 11394183"/>
              <a:gd name="connsiteY159" fmla="*/ 1502528 h 3300883"/>
              <a:gd name="connsiteX160" fmla="*/ 794741 w 11394183"/>
              <a:gd name="connsiteY160" fmla="*/ 1533737 h 3300883"/>
              <a:gd name="connsiteX161" fmla="*/ 898529 w 11394183"/>
              <a:gd name="connsiteY161" fmla="*/ 1533737 h 3300883"/>
              <a:gd name="connsiteX162" fmla="*/ 1415292 w 11394183"/>
              <a:gd name="connsiteY162" fmla="*/ 1533737 h 3300883"/>
              <a:gd name="connsiteX163" fmla="*/ 1450130 w 11394183"/>
              <a:gd name="connsiteY163" fmla="*/ 1543898 h 3300883"/>
              <a:gd name="connsiteX164" fmla="*/ 1452307 w 11394183"/>
              <a:gd name="connsiteY164" fmla="*/ 1580187 h 3300883"/>
              <a:gd name="connsiteX165" fmla="*/ 1408034 w 11394183"/>
              <a:gd name="connsiteY165" fmla="*/ 1629541 h 3300883"/>
              <a:gd name="connsiteX166" fmla="*/ 1384083 w 11394183"/>
              <a:gd name="connsiteY166" fmla="*/ 1652766 h 3300883"/>
              <a:gd name="connsiteX167" fmla="*/ 1384083 w 11394183"/>
              <a:gd name="connsiteY167" fmla="*/ 1663653 h 3300883"/>
              <a:gd name="connsiteX168" fmla="*/ 1299891 w 11394183"/>
              <a:gd name="connsiteY168" fmla="*/ 1744942 h 3300883"/>
              <a:gd name="connsiteX169" fmla="*/ 1211345 w 11394183"/>
              <a:gd name="connsiteY169" fmla="*/ 1834214 h 3300883"/>
              <a:gd name="connsiteX170" fmla="*/ 1211345 w 11394183"/>
              <a:gd name="connsiteY170" fmla="*/ 1961227 h 3300883"/>
              <a:gd name="connsiteX171" fmla="*/ 1184491 w 11394183"/>
              <a:gd name="connsiteY171" fmla="*/ 1988082 h 3300883"/>
              <a:gd name="connsiteX172" fmla="*/ 1137315 w 11394183"/>
              <a:gd name="connsiteY172" fmla="*/ 1988082 h 3300883"/>
              <a:gd name="connsiteX173" fmla="*/ 1090864 w 11394183"/>
              <a:gd name="connsiteY173" fmla="*/ 2009129 h 3300883"/>
              <a:gd name="connsiteX174" fmla="*/ 1057477 w 11394183"/>
              <a:gd name="connsiteY174" fmla="*/ 2016388 h 3300883"/>
              <a:gd name="connsiteX175" fmla="*/ 557408 w 11394183"/>
              <a:gd name="connsiteY175" fmla="*/ 2014210 h 3300883"/>
              <a:gd name="connsiteX176" fmla="*/ 586439 w 11394183"/>
              <a:gd name="connsiteY176" fmla="*/ 2049048 h 3300883"/>
              <a:gd name="connsiteX177" fmla="*/ 1056026 w 11394183"/>
              <a:gd name="connsiteY177" fmla="*/ 2049048 h 3300883"/>
              <a:gd name="connsiteX178" fmla="*/ 1090864 w 11394183"/>
              <a:gd name="connsiteY178" fmla="*/ 2059209 h 3300883"/>
              <a:gd name="connsiteX179" fmla="*/ 1094493 w 11394183"/>
              <a:gd name="connsiteY179" fmla="*/ 2116546 h 3300883"/>
              <a:gd name="connsiteX180" fmla="*/ 1206991 w 11394183"/>
              <a:gd name="connsiteY180" fmla="*/ 2122353 h 3300883"/>
              <a:gd name="connsiteX181" fmla="*/ 1210619 w 11394183"/>
              <a:gd name="connsiteY181" fmla="*/ 2245011 h 3300883"/>
              <a:gd name="connsiteX182" fmla="*/ 1189571 w 11394183"/>
              <a:gd name="connsiteY182" fmla="*/ 2266060 h 3300883"/>
              <a:gd name="connsiteX183" fmla="*/ 1142395 w 11394183"/>
              <a:gd name="connsiteY183" fmla="*/ 2266060 h 3300883"/>
              <a:gd name="connsiteX184" fmla="*/ 1093767 w 11394183"/>
              <a:gd name="connsiteY184" fmla="*/ 2301623 h 3300883"/>
              <a:gd name="connsiteX185" fmla="*/ 1061832 w 11394183"/>
              <a:gd name="connsiteY185" fmla="*/ 2313962 h 3300883"/>
              <a:gd name="connsiteX186" fmla="*/ 528376 w 11394183"/>
              <a:gd name="connsiteY186" fmla="*/ 2313962 h 3300883"/>
              <a:gd name="connsiteX187" fmla="*/ 559586 w 11394183"/>
              <a:gd name="connsiteY187" fmla="*/ 2346622 h 3300883"/>
              <a:gd name="connsiteX188" fmla="*/ 1055300 w 11394183"/>
              <a:gd name="connsiteY188" fmla="*/ 2346622 h 3300883"/>
              <a:gd name="connsiteX189" fmla="*/ 1091589 w 11394183"/>
              <a:gd name="connsiteY189" fmla="*/ 2358235 h 3300883"/>
              <a:gd name="connsiteX190" fmla="*/ 1137315 w 11394183"/>
              <a:gd name="connsiteY190" fmla="*/ 2399605 h 3300883"/>
              <a:gd name="connsiteX191" fmla="*/ 1210619 w 11394183"/>
              <a:gd name="connsiteY191" fmla="*/ 2470732 h 3300883"/>
              <a:gd name="connsiteX192" fmla="*/ 1137315 w 11394183"/>
              <a:gd name="connsiteY192" fmla="*/ 2543311 h 3300883"/>
              <a:gd name="connsiteX193" fmla="*/ 1092315 w 11394183"/>
              <a:gd name="connsiteY193" fmla="*/ 2569440 h 3300883"/>
              <a:gd name="connsiteX194" fmla="*/ 1057477 w 11394183"/>
              <a:gd name="connsiteY194" fmla="*/ 2578149 h 3300883"/>
              <a:gd name="connsiteX195" fmla="*/ 557408 w 11394183"/>
              <a:gd name="connsiteY195" fmla="*/ 2578875 h 3300883"/>
              <a:gd name="connsiteX196" fmla="*/ 595875 w 11394183"/>
              <a:gd name="connsiteY196" fmla="*/ 2599197 h 3300883"/>
              <a:gd name="connsiteX197" fmla="*/ 1048042 w 11394183"/>
              <a:gd name="connsiteY197" fmla="*/ 2599922 h 3300883"/>
              <a:gd name="connsiteX198" fmla="*/ 1087235 w 11394183"/>
              <a:gd name="connsiteY198" fmla="*/ 2608632 h 3300883"/>
              <a:gd name="connsiteX199" fmla="*/ 1095218 w 11394183"/>
              <a:gd name="connsiteY199" fmla="*/ 2673954 h 3300883"/>
              <a:gd name="connsiteX200" fmla="*/ 1204087 w 11394183"/>
              <a:gd name="connsiteY200" fmla="*/ 2679034 h 3300883"/>
              <a:gd name="connsiteX201" fmla="*/ 1209894 w 11394183"/>
              <a:gd name="connsiteY201" fmla="*/ 2713872 h 3300883"/>
              <a:gd name="connsiteX202" fmla="*/ 1209167 w 11394183"/>
              <a:gd name="connsiteY202" fmla="*/ 2855401 h 3300883"/>
              <a:gd name="connsiteX203" fmla="*/ 1235296 w 11394183"/>
              <a:gd name="connsiteY203" fmla="*/ 2882255 h 3300883"/>
              <a:gd name="connsiteX204" fmla="*/ 1376825 w 11394183"/>
              <a:gd name="connsiteY204" fmla="*/ 2880804 h 3300883"/>
              <a:gd name="connsiteX205" fmla="*/ 1423276 w 11394183"/>
              <a:gd name="connsiteY205" fmla="*/ 2925802 h 3300883"/>
              <a:gd name="connsiteX206" fmla="*/ 1448678 w 11394183"/>
              <a:gd name="connsiteY206" fmla="*/ 3003462 h 3300883"/>
              <a:gd name="connsiteX207" fmla="*/ 1450856 w 11394183"/>
              <a:gd name="connsiteY207" fmla="*/ 3023784 h 3300883"/>
              <a:gd name="connsiteX208" fmla="*/ 1450856 w 11394183"/>
              <a:gd name="connsiteY208" fmla="*/ 3300883 h 3300883"/>
              <a:gd name="connsiteX209" fmla="*/ 1490048 w 11394183"/>
              <a:gd name="connsiteY209" fmla="*/ 3300883 h 3300883"/>
              <a:gd name="connsiteX210" fmla="*/ 1490048 w 11394183"/>
              <a:gd name="connsiteY210" fmla="*/ 3027414 h 3300883"/>
              <a:gd name="connsiteX211" fmla="*/ 1496580 w 11394183"/>
              <a:gd name="connsiteY211" fmla="*/ 2990398 h 3300883"/>
              <a:gd name="connsiteX212" fmla="*/ 1495855 w 11394183"/>
              <a:gd name="connsiteY212" fmla="*/ 2991124 h 3300883"/>
              <a:gd name="connsiteX213" fmla="*/ 1500210 w 11394183"/>
              <a:gd name="connsiteY213" fmla="*/ 2986043 h 3300883"/>
              <a:gd name="connsiteX214" fmla="*/ 1551741 w 11394183"/>
              <a:gd name="connsiteY214" fmla="*/ 2972979 h 3300883"/>
              <a:gd name="connsiteX215" fmla="*/ 1553918 w 11394183"/>
              <a:gd name="connsiteY215" fmla="*/ 2915641 h 3300883"/>
              <a:gd name="connsiteX216" fmla="*/ 1601821 w 11394183"/>
              <a:gd name="connsiteY216" fmla="*/ 2869191 h 3300883"/>
              <a:gd name="connsiteX217" fmla="*/ 1698350 w 11394183"/>
              <a:gd name="connsiteY217" fmla="*/ 2879352 h 3300883"/>
              <a:gd name="connsiteX218" fmla="*/ 1712866 w 11394183"/>
              <a:gd name="connsiteY218" fmla="*/ 3041929 h 3300883"/>
              <a:gd name="connsiteX219" fmla="*/ 1713637 w 11394183"/>
              <a:gd name="connsiteY219" fmla="*/ 3300883 h 3300883"/>
              <a:gd name="connsiteX220" fmla="*/ 1762496 w 11394183"/>
              <a:gd name="connsiteY220" fmla="*/ 3300883 h 3300883"/>
              <a:gd name="connsiteX221" fmla="*/ 1762220 w 11394183"/>
              <a:gd name="connsiteY221" fmla="*/ 3001284 h 3300883"/>
              <a:gd name="connsiteX222" fmla="*/ 1790526 w 11394183"/>
              <a:gd name="connsiteY222" fmla="*/ 2986043 h 3300883"/>
              <a:gd name="connsiteX223" fmla="*/ 1831896 w 11394183"/>
              <a:gd name="connsiteY223" fmla="*/ 2943947 h 3300883"/>
              <a:gd name="connsiteX224" fmla="*/ 1905926 w 11394183"/>
              <a:gd name="connsiteY224" fmla="*/ 2869917 h 3300883"/>
              <a:gd name="connsiteX225" fmla="*/ 1978506 w 11394183"/>
              <a:gd name="connsiteY225" fmla="*/ 2878626 h 3300883"/>
              <a:gd name="connsiteX226" fmla="*/ 1982134 w 11394183"/>
              <a:gd name="connsiteY226" fmla="*/ 2968624 h 3300883"/>
              <a:gd name="connsiteX227" fmla="*/ 1991570 w 11394183"/>
              <a:gd name="connsiteY227" fmla="*/ 2992576 h 3300883"/>
              <a:gd name="connsiteX228" fmla="*/ 2016247 w 11394183"/>
              <a:gd name="connsiteY228" fmla="*/ 3034671 h 3300883"/>
              <a:gd name="connsiteX229" fmla="*/ 2016442 w 11394183"/>
              <a:gd name="connsiteY229" fmla="*/ 3300883 h 3300883"/>
              <a:gd name="connsiteX230" fmla="*/ 2053457 w 11394183"/>
              <a:gd name="connsiteY230" fmla="*/ 3300883 h 3300883"/>
              <a:gd name="connsiteX231" fmla="*/ 2053262 w 11394183"/>
              <a:gd name="connsiteY231" fmla="*/ 3025236 h 3300883"/>
              <a:gd name="connsiteX232" fmla="*/ 2088826 w 11394183"/>
              <a:gd name="connsiteY232" fmla="*/ 2983866 h 3300883"/>
              <a:gd name="connsiteX233" fmla="*/ 2106244 w 11394183"/>
              <a:gd name="connsiteY233" fmla="*/ 2966447 h 3300883"/>
              <a:gd name="connsiteX234" fmla="*/ 2106244 w 11394183"/>
              <a:gd name="connsiteY234" fmla="*/ 2944673 h 3300883"/>
              <a:gd name="connsiteX235" fmla="*/ 2184631 w 11394183"/>
              <a:gd name="connsiteY235" fmla="*/ 2869917 h 3300883"/>
              <a:gd name="connsiteX236" fmla="*/ 2254307 w 11394183"/>
              <a:gd name="connsiteY236" fmla="*/ 2880078 h 3300883"/>
              <a:gd name="connsiteX237" fmla="*/ 2257210 w 11394183"/>
              <a:gd name="connsiteY237" fmla="*/ 2970075 h 3300883"/>
              <a:gd name="connsiteX238" fmla="*/ 2277531 w 11394183"/>
              <a:gd name="connsiteY238" fmla="*/ 2993301 h 3300883"/>
              <a:gd name="connsiteX239" fmla="*/ 2316725 w 11394183"/>
              <a:gd name="connsiteY239" fmla="*/ 3035397 h 3300883"/>
              <a:gd name="connsiteX240" fmla="*/ 2316725 w 11394183"/>
              <a:gd name="connsiteY240" fmla="*/ 3300883 h 3300883"/>
              <a:gd name="connsiteX241" fmla="*/ 2350697 w 11394183"/>
              <a:gd name="connsiteY241" fmla="*/ 3300883 h 3300883"/>
              <a:gd name="connsiteX242" fmla="*/ 2350836 w 11394183"/>
              <a:gd name="connsiteY242" fmla="*/ 3033946 h 3300883"/>
              <a:gd name="connsiteX243" fmla="*/ 2360997 w 11394183"/>
              <a:gd name="connsiteY243" fmla="*/ 2992576 h 3300883"/>
              <a:gd name="connsiteX244" fmla="*/ 2386399 w 11394183"/>
              <a:gd name="connsiteY244" fmla="*/ 2983866 h 3300883"/>
              <a:gd name="connsiteX245" fmla="*/ 2383497 w 11394183"/>
              <a:gd name="connsiteY245" fmla="*/ 2901126 h 3300883"/>
              <a:gd name="connsiteX246" fmla="*/ 2403093 w 11394183"/>
              <a:gd name="connsiteY246" fmla="*/ 2869917 h 3300883"/>
              <a:gd name="connsiteX247" fmla="*/ 2522123 w 11394183"/>
              <a:gd name="connsiteY247" fmla="*/ 2870642 h 3300883"/>
              <a:gd name="connsiteX248" fmla="*/ 2530832 w 11394183"/>
              <a:gd name="connsiteY248" fmla="*/ 2880804 h 3300883"/>
              <a:gd name="connsiteX249" fmla="*/ 2537364 w 11394183"/>
              <a:gd name="connsiteY249" fmla="*/ 2992576 h 3300883"/>
              <a:gd name="connsiteX250" fmla="*/ 2632443 w 11394183"/>
              <a:gd name="connsiteY250" fmla="*/ 2985317 h 3300883"/>
              <a:gd name="connsiteX251" fmla="*/ 2663652 w 11394183"/>
              <a:gd name="connsiteY251" fmla="*/ 2954835 h 3300883"/>
              <a:gd name="connsiteX252" fmla="*/ 2752198 w 11394183"/>
              <a:gd name="connsiteY252" fmla="*/ 2869191 h 3300883"/>
              <a:gd name="connsiteX253" fmla="*/ 2798649 w 11394183"/>
              <a:gd name="connsiteY253" fmla="*/ 2869191 h 3300883"/>
              <a:gd name="connsiteX254" fmla="*/ 2798649 w 11394183"/>
              <a:gd name="connsiteY254" fmla="*/ 2879352 h 3300883"/>
              <a:gd name="connsiteX255" fmla="*/ 2681797 w 11394183"/>
              <a:gd name="connsiteY255" fmla="*/ 2879352 h 3300883"/>
              <a:gd name="connsiteX256" fmla="*/ 2710828 w 11394183"/>
              <a:gd name="connsiteY256" fmla="*/ 2880804 h 3300883"/>
              <a:gd name="connsiteX257" fmla="*/ 2809536 w 11394183"/>
              <a:gd name="connsiteY257" fmla="*/ 2985317 h 3300883"/>
              <a:gd name="connsiteX258" fmla="*/ 2910420 w 11394183"/>
              <a:gd name="connsiteY258" fmla="*/ 2984592 h 3300883"/>
              <a:gd name="connsiteX259" fmla="*/ 2940177 w 11394183"/>
              <a:gd name="connsiteY259" fmla="*/ 2956286 h 3300883"/>
              <a:gd name="connsiteX260" fmla="*/ 2938000 w 11394183"/>
              <a:gd name="connsiteY260" fmla="*/ 2915733 h 3300883"/>
              <a:gd name="connsiteX261" fmla="*/ 2946568 w 11394183"/>
              <a:gd name="connsiteY261" fmla="*/ 2876375 h 3300883"/>
              <a:gd name="connsiteX262" fmla="*/ 2945985 w 11394183"/>
              <a:gd name="connsiteY262" fmla="*/ 2876449 h 3300883"/>
              <a:gd name="connsiteX263" fmla="*/ 2946710 w 11394183"/>
              <a:gd name="connsiteY263" fmla="*/ 2875723 h 3300883"/>
              <a:gd name="connsiteX264" fmla="*/ 2946568 w 11394183"/>
              <a:gd name="connsiteY264" fmla="*/ 2876375 h 3300883"/>
              <a:gd name="connsiteX265" fmla="*/ 3016658 w 11394183"/>
              <a:gd name="connsiteY265" fmla="*/ 2867467 h 3300883"/>
              <a:gd name="connsiteX266" fmla="*/ 3086787 w 11394183"/>
              <a:gd name="connsiteY266" fmla="*/ 2878626 h 3300883"/>
              <a:gd name="connsiteX267" fmla="*/ 3094045 w 11394183"/>
              <a:gd name="connsiteY267" fmla="*/ 2908384 h 3300883"/>
              <a:gd name="connsiteX268" fmla="*/ 3169527 w 11394183"/>
              <a:gd name="connsiteY268" fmla="*/ 2984592 h 3300883"/>
              <a:gd name="connsiteX269" fmla="*/ 3215978 w 11394183"/>
              <a:gd name="connsiteY269" fmla="*/ 2938141 h 3300883"/>
              <a:gd name="connsiteX270" fmla="*/ 3282751 w 11394183"/>
              <a:gd name="connsiteY270" fmla="*/ 2869191 h 3300883"/>
              <a:gd name="connsiteX271" fmla="*/ 3453311 w 11394183"/>
              <a:gd name="connsiteY271" fmla="*/ 2869917 h 3300883"/>
              <a:gd name="connsiteX272" fmla="*/ 3498311 w 11394183"/>
              <a:gd name="connsiteY272" fmla="*/ 2827095 h 3300883"/>
              <a:gd name="connsiteX273" fmla="*/ 3496859 w 11394183"/>
              <a:gd name="connsiteY273" fmla="*/ 2565810 h 3300883"/>
              <a:gd name="connsiteX274" fmla="*/ 3544761 w 11394183"/>
              <a:gd name="connsiteY274" fmla="*/ 2520086 h 3300883"/>
              <a:gd name="connsiteX275" fmla="*/ 3591938 w 11394183"/>
              <a:gd name="connsiteY275" fmla="*/ 2520086 h 3300883"/>
              <a:gd name="connsiteX276" fmla="*/ 3613711 w 11394183"/>
              <a:gd name="connsiteY276" fmla="*/ 2507022 h 3300883"/>
              <a:gd name="connsiteX277" fmla="*/ 3646372 w 11394183"/>
              <a:gd name="connsiteY277" fmla="*/ 2481619 h 3300883"/>
              <a:gd name="connsiteX278" fmla="*/ 4048460 w 11394183"/>
              <a:gd name="connsiteY278" fmla="*/ 2481619 h 3300883"/>
              <a:gd name="connsiteX279" fmla="*/ 4078217 w 11394183"/>
              <a:gd name="connsiteY279" fmla="*/ 2489602 h 3300883"/>
              <a:gd name="connsiteX280" fmla="*/ 4063702 w 11394183"/>
              <a:gd name="connsiteY280" fmla="*/ 2557827 h 3300883"/>
              <a:gd name="connsiteX281" fmla="*/ 3740724 w 11394183"/>
              <a:gd name="connsiteY281" fmla="*/ 3121765 h 3300883"/>
              <a:gd name="connsiteX282" fmla="*/ 3566535 w 11394183"/>
              <a:gd name="connsiteY282" fmla="*/ 3262569 h 3300883"/>
              <a:gd name="connsiteX283" fmla="*/ 3548027 w 11394183"/>
              <a:gd name="connsiteY283" fmla="*/ 3286067 h 3300883"/>
              <a:gd name="connsiteX284" fmla="*/ 3562779 w 11394183"/>
              <a:gd name="connsiteY284" fmla="*/ 3300883 h 3300883"/>
              <a:gd name="connsiteX285" fmla="*/ 4927481 w 11394183"/>
              <a:gd name="connsiteY285" fmla="*/ 3300883 h 3300883"/>
              <a:gd name="connsiteX286" fmla="*/ 6796755 w 11394183"/>
              <a:gd name="connsiteY286" fmla="*/ 3296863 h 3300883"/>
              <a:gd name="connsiteX287" fmla="*/ 9075283 w 11394183"/>
              <a:gd name="connsiteY287" fmla="*/ 3297407 h 3300883"/>
              <a:gd name="connsiteX288" fmla="*/ 9637770 w 11394183"/>
              <a:gd name="connsiteY288" fmla="*/ 3298133 h 3300883"/>
              <a:gd name="connsiteX289" fmla="*/ 9759703 w 11394183"/>
              <a:gd name="connsiteY289" fmla="*/ 3262569 h 3300883"/>
              <a:gd name="connsiteX290" fmla="*/ 10484767 w 11394183"/>
              <a:gd name="connsiteY290" fmla="*/ 2822015 h 3300883"/>
              <a:gd name="connsiteX291" fmla="*/ 11354264 w 11394183"/>
              <a:gd name="connsiteY291" fmla="*/ 2298720 h 3300883"/>
              <a:gd name="connsiteX292" fmla="*/ 11394183 w 11394183"/>
              <a:gd name="connsiteY292" fmla="*/ 2251543 h 3300883"/>
              <a:gd name="connsiteX293" fmla="*/ 11174995 w 11394183"/>
              <a:gd name="connsiteY293" fmla="*/ 2114369 h 3300883"/>
              <a:gd name="connsiteX294" fmla="*/ 10310578 w 11394183"/>
              <a:gd name="connsiteY294" fmla="*/ 1592525 h 3300883"/>
              <a:gd name="connsiteX295" fmla="*/ 9760429 w 11394183"/>
              <a:gd name="connsiteY295" fmla="*/ 1255034 h 3300883"/>
              <a:gd name="connsiteX296" fmla="*/ 9609464 w 11394183"/>
              <a:gd name="connsiteY296" fmla="*/ 1208583 h 3300883"/>
              <a:gd name="connsiteX297" fmla="*/ 6151074 w 11394183"/>
              <a:gd name="connsiteY297" fmla="*/ 1210034 h 3300883"/>
              <a:gd name="connsiteX298" fmla="*/ 3621696 w 11394183"/>
              <a:gd name="connsiteY298" fmla="*/ 1208583 h 3300883"/>
              <a:gd name="connsiteX299" fmla="*/ 3552745 w 11394183"/>
              <a:gd name="connsiteY299" fmla="*/ 1211486 h 3300883"/>
              <a:gd name="connsiteX300" fmla="*/ 3526616 w 11394183"/>
              <a:gd name="connsiteY300" fmla="*/ 1225276 h 3300883"/>
              <a:gd name="connsiteX301" fmla="*/ 3541858 w 11394183"/>
              <a:gd name="connsiteY301" fmla="*/ 1252131 h 3300883"/>
              <a:gd name="connsiteX302" fmla="*/ 3581050 w 11394183"/>
              <a:gd name="connsiteY302" fmla="*/ 1278984 h 3300883"/>
              <a:gd name="connsiteX303" fmla="*/ 4092007 w 11394183"/>
              <a:gd name="connsiteY303" fmla="*/ 2112917 h 3300883"/>
              <a:gd name="connsiteX304" fmla="*/ 4068782 w 11394183"/>
              <a:gd name="connsiteY304" fmla="*/ 2144852 h 3300883"/>
              <a:gd name="connsiteX305" fmla="*/ 3644195 w 11394183"/>
              <a:gd name="connsiteY305" fmla="*/ 2144127 h 3300883"/>
              <a:gd name="connsiteX306" fmla="*/ 3623147 w 11394183"/>
              <a:gd name="connsiteY306" fmla="*/ 2136142 h 3300883"/>
              <a:gd name="connsiteX307" fmla="*/ 3589760 w 11394183"/>
              <a:gd name="connsiteY307" fmla="*/ 2117998 h 3300883"/>
              <a:gd name="connsiteX308" fmla="*/ 3504842 w 11394183"/>
              <a:gd name="connsiteY308" fmla="*/ 2105660 h 3300883"/>
              <a:gd name="connsiteX309" fmla="*/ 3499037 w 11394183"/>
              <a:gd name="connsiteY309" fmla="*/ 2089693 h 3300883"/>
              <a:gd name="connsiteX310" fmla="*/ 3499037 w 11394183"/>
              <a:gd name="connsiteY310" fmla="*/ 1765989 h 3300883"/>
              <a:gd name="connsiteX311" fmla="*/ 3504842 w 11394183"/>
              <a:gd name="connsiteY311" fmla="*/ 1750022 h 3300883"/>
              <a:gd name="connsiteX312" fmla="*/ 3491053 w 11394183"/>
              <a:gd name="connsiteY312" fmla="*/ 1744216 h 3300883"/>
              <a:gd name="connsiteX313" fmla="*/ 3248639 w 11394183"/>
              <a:gd name="connsiteY313" fmla="*/ 1744942 h 3300883"/>
              <a:gd name="connsiteX314" fmla="*/ 3186220 w 11394183"/>
              <a:gd name="connsiteY314" fmla="*/ 1683975 h 3300883"/>
              <a:gd name="connsiteX315" fmla="*/ 3172431 w 11394183"/>
              <a:gd name="connsiteY315" fmla="*/ 1617928 h 3300883"/>
              <a:gd name="connsiteX316" fmla="*/ 3165898 w 11394183"/>
              <a:gd name="connsiteY316" fmla="*/ 1591074 h 3300883"/>
              <a:gd name="connsiteX317" fmla="*/ 3165898 w 11394183"/>
              <a:gd name="connsiteY317" fmla="*/ 1007539 h 3300883"/>
              <a:gd name="connsiteX318" fmla="*/ 3172375 w 11394183"/>
              <a:gd name="connsiteY318" fmla="*/ 980915 h 3300883"/>
              <a:gd name="connsiteX319" fmla="*/ 3171705 w 11394183"/>
              <a:gd name="connsiteY319" fmla="*/ 981410 h 3300883"/>
              <a:gd name="connsiteX320" fmla="*/ 3172431 w 11394183"/>
              <a:gd name="connsiteY320" fmla="*/ 980685 h 3300883"/>
              <a:gd name="connsiteX321" fmla="*/ 3172375 w 11394183"/>
              <a:gd name="connsiteY321" fmla="*/ 980915 h 3300883"/>
              <a:gd name="connsiteX322" fmla="*/ 3184225 w 11394183"/>
              <a:gd name="connsiteY322" fmla="*/ 972157 h 3300883"/>
              <a:gd name="connsiteX323" fmla="*/ 3200011 w 11394183"/>
              <a:gd name="connsiteY323" fmla="*/ 972701 h 3300883"/>
              <a:gd name="connsiteX324" fmla="*/ 3781369 w 11394183"/>
              <a:gd name="connsiteY324" fmla="*/ 972701 h 3300883"/>
              <a:gd name="connsiteX325" fmla="*/ 3809675 w 11394183"/>
              <a:gd name="connsiteY325" fmla="*/ 981410 h 3300883"/>
              <a:gd name="connsiteX326" fmla="*/ 3808949 w 11394183"/>
              <a:gd name="connsiteY326" fmla="*/ 980685 h 3300883"/>
              <a:gd name="connsiteX327" fmla="*/ 3813303 w 11394183"/>
              <a:gd name="connsiteY327" fmla="*/ 984314 h 3300883"/>
              <a:gd name="connsiteX328" fmla="*/ 3811127 w 11394183"/>
              <a:gd name="connsiteY328" fmla="*/ 986491 h 3300883"/>
              <a:gd name="connsiteX329" fmla="*/ 3831448 w 11394183"/>
              <a:gd name="connsiteY329" fmla="*/ 1017700 h 3300883"/>
              <a:gd name="connsiteX330" fmla="*/ 3912011 w 11394183"/>
              <a:gd name="connsiteY330" fmla="*/ 1017700 h 3300883"/>
              <a:gd name="connsiteX331" fmla="*/ 3919269 w 11394183"/>
              <a:gd name="connsiteY331" fmla="*/ 1010442 h 3300883"/>
              <a:gd name="connsiteX332" fmla="*/ 3926527 w 11394183"/>
              <a:gd name="connsiteY332" fmla="*/ 1002459 h 3300883"/>
              <a:gd name="connsiteX333" fmla="*/ 3928705 w 11394183"/>
              <a:gd name="connsiteY333" fmla="*/ 934960 h 3300883"/>
              <a:gd name="connsiteX334" fmla="*/ 3838706 w 11394183"/>
              <a:gd name="connsiteY334" fmla="*/ 922621 h 3300883"/>
              <a:gd name="connsiteX335" fmla="*/ 3790078 w 11394183"/>
              <a:gd name="connsiteY335" fmla="*/ 939315 h 3300883"/>
              <a:gd name="connsiteX336" fmla="*/ 3191301 w 11394183"/>
              <a:gd name="connsiteY336" fmla="*/ 939315 h 3300883"/>
              <a:gd name="connsiteX337" fmla="*/ 3141947 w 11394183"/>
              <a:gd name="connsiteY337" fmla="*/ 987217 h 3300883"/>
              <a:gd name="connsiteX338" fmla="*/ 3141947 w 11394183"/>
              <a:gd name="connsiteY338" fmla="*/ 1596881 h 3300883"/>
              <a:gd name="connsiteX339" fmla="*/ 3117271 w 11394183"/>
              <a:gd name="connsiteY339" fmla="*/ 1630267 h 3300883"/>
              <a:gd name="connsiteX340" fmla="*/ 3049046 w 11394183"/>
              <a:gd name="connsiteY340" fmla="*/ 1702846 h 3300883"/>
              <a:gd name="connsiteX341" fmla="*/ 3049773 w 11394183"/>
              <a:gd name="connsiteY341" fmla="*/ 1724619 h 3300883"/>
              <a:gd name="connsiteX342" fmla="*/ 3030176 w 11394183"/>
              <a:gd name="connsiteY342" fmla="*/ 1746393 h 3300883"/>
              <a:gd name="connsiteX343" fmla="*/ 2968483 w 11394183"/>
              <a:gd name="connsiteY343" fmla="*/ 1746393 h 3300883"/>
              <a:gd name="connsiteX344" fmla="*/ 2909695 w 11394183"/>
              <a:gd name="connsiteY344" fmla="*/ 1689782 h 3300883"/>
              <a:gd name="connsiteX345" fmla="*/ 2874131 w 11394183"/>
              <a:gd name="connsiteY345" fmla="*/ 1617928 h 3300883"/>
              <a:gd name="connsiteX346" fmla="*/ 2863970 w 11394183"/>
              <a:gd name="connsiteY346" fmla="*/ 1584542 h 3300883"/>
              <a:gd name="connsiteX347" fmla="*/ 2863970 w 11394183"/>
              <a:gd name="connsiteY347" fmla="*/ 535775 h 3300883"/>
              <a:gd name="connsiteX348" fmla="*/ 2871228 w 11394183"/>
              <a:gd name="connsiteY348" fmla="*/ 502389 h 3300883"/>
              <a:gd name="connsiteX349" fmla="*/ 2870501 w 11394183"/>
              <a:gd name="connsiteY349" fmla="*/ 503114 h 3300883"/>
              <a:gd name="connsiteX350" fmla="*/ 2906066 w 11394183"/>
              <a:gd name="connsiteY350" fmla="*/ 494405 h 3300883"/>
              <a:gd name="connsiteX351" fmla="*/ 3344443 w 11394183"/>
              <a:gd name="connsiteY351" fmla="*/ 495131 h 3300883"/>
              <a:gd name="connsiteX352" fmla="*/ 3378556 w 11394183"/>
              <a:gd name="connsiteY352" fmla="*/ 460293 h 3300883"/>
              <a:gd name="connsiteX353" fmla="*/ 3378556 w 11394183"/>
              <a:gd name="connsiteY353" fmla="*/ 206266 h 3300883"/>
              <a:gd name="connsiteX354" fmla="*/ 3393071 w 11394183"/>
              <a:gd name="connsiteY354" fmla="*/ 176509 h 3300883"/>
              <a:gd name="connsiteX355" fmla="*/ 3414845 w 11394183"/>
              <a:gd name="connsiteY355" fmla="*/ 154735 h 3300883"/>
              <a:gd name="connsiteX356" fmla="*/ 3417022 w 11394183"/>
              <a:gd name="connsiteY356" fmla="*/ 92317 h 3300883"/>
              <a:gd name="connsiteX357" fmla="*/ 3349523 w 11394183"/>
              <a:gd name="connsiteY357" fmla="*/ 62560 h 3300883"/>
              <a:gd name="connsiteX358" fmla="*/ 3300169 w 11394183"/>
              <a:gd name="connsiteY358" fmla="*/ 109736 h 3300883"/>
              <a:gd name="connsiteX359" fmla="*/ 3330653 w 11394183"/>
              <a:gd name="connsiteY359" fmla="*/ 180863 h 3300883"/>
              <a:gd name="connsiteX360" fmla="*/ 3352427 w 11394183"/>
              <a:gd name="connsiteY360" fmla="*/ 224411 h 3300883"/>
              <a:gd name="connsiteX361" fmla="*/ 3353153 w 11394183"/>
              <a:gd name="connsiteY361" fmla="*/ 438519 h 3300883"/>
              <a:gd name="connsiteX362" fmla="*/ 3319041 w 11394183"/>
              <a:gd name="connsiteY362" fmla="*/ 472632 h 3300883"/>
              <a:gd name="connsiteX363" fmla="*/ 2869050 w 11394183"/>
              <a:gd name="connsiteY363" fmla="*/ 471179 h 3300883"/>
              <a:gd name="connsiteX364" fmla="*/ 2825503 w 11394183"/>
              <a:gd name="connsiteY364" fmla="*/ 513276 h 3300883"/>
              <a:gd name="connsiteX365" fmla="*/ 2826955 w 11394183"/>
              <a:gd name="connsiteY365" fmla="*/ 1601961 h 3300883"/>
              <a:gd name="connsiteX366" fmla="*/ 2800100 w 11394183"/>
              <a:gd name="connsiteY366" fmla="*/ 1631719 h 3300883"/>
              <a:gd name="connsiteX367" fmla="*/ 2768891 w 11394183"/>
              <a:gd name="connsiteY367" fmla="*/ 1661476 h 3300883"/>
              <a:gd name="connsiteX368" fmla="*/ 2768891 w 11394183"/>
              <a:gd name="connsiteY368" fmla="*/ 1686878 h 3300883"/>
              <a:gd name="connsiteX369" fmla="*/ 2708650 w 11394183"/>
              <a:gd name="connsiteY369" fmla="*/ 1747845 h 3300883"/>
              <a:gd name="connsiteX370" fmla="*/ 2626636 w 11394183"/>
              <a:gd name="connsiteY370" fmla="*/ 1667282 h 3300883"/>
              <a:gd name="connsiteX371" fmla="*/ 2593976 w 11394183"/>
              <a:gd name="connsiteY371" fmla="*/ 1631719 h 3300883"/>
              <a:gd name="connsiteX372" fmla="*/ 2570751 w 11394183"/>
              <a:gd name="connsiteY372" fmla="*/ 1619380 h 3300883"/>
              <a:gd name="connsiteX373" fmla="*/ 2566396 w 11394183"/>
              <a:gd name="connsiteY373" fmla="*/ 1580914 h 3300883"/>
              <a:gd name="connsiteX374" fmla="*/ 2566396 w 11394183"/>
              <a:gd name="connsiteY374" fmla="*/ 137317 h 3300883"/>
              <a:gd name="connsiteX375" fmla="*/ 2573653 w 11394183"/>
              <a:gd name="connsiteY375" fmla="*/ 104655 h 3300883"/>
              <a:gd name="connsiteX376" fmla="*/ 2573653 w 11394183"/>
              <a:gd name="connsiteY376" fmla="*/ 105382 h 3300883"/>
              <a:gd name="connsiteX377" fmla="*/ 2580912 w 11394183"/>
              <a:gd name="connsiteY377" fmla="*/ 97398 h 3300883"/>
              <a:gd name="connsiteX378" fmla="*/ 2588896 w 11394183"/>
              <a:gd name="connsiteY378" fmla="*/ 40786 h 3300883"/>
              <a:gd name="connsiteX379" fmla="*/ 2529381 w 11394183"/>
              <a:gd name="connsiteY379" fmla="*/ 142 h 3300883"/>
              <a:gd name="connsiteX0" fmla="*/ 3168075 w 11394183"/>
              <a:gd name="connsiteY0" fmla="*/ 3011446 h 3300883"/>
              <a:gd name="connsiteX1" fmla="*/ 3141946 w 11394183"/>
              <a:gd name="connsiteY1" fmla="*/ 3047736 h 3300883"/>
              <a:gd name="connsiteX2" fmla="*/ 3141946 w 11394183"/>
              <a:gd name="connsiteY2" fmla="*/ 3300883 h 3300883"/>
              <a:gd name="connsiteX3" fmla="*/ 3165898 w 11394183"/>
              <a:gd name="connsiteY3" fmla="*/ 3300883 h 3300883"/>
              <a:gd name="connsiteX4" fmla="*/ 3165898 w 11394183"/>
              <a:gd name="connsiteY4" fmla="*/ 3029591 h 3300883"/>
              <a:gd name="connsiteX5" fmla="*/ 3168075 w 11394183"/>
              <a:gd name="connsiteY5" fmla="*/ 3011446 h 3300883"/>
              <a:gd name="connsiteX6" fmla="*/ 2591366 w 11394183"/>
              <a:gd name="connsiteY6" fmla="*/ 3007317 h 3300883"/>
              <a:gd name="connsiteX7" fmla="*/ 2577282 w 11394183"/>
              <a:gd name="connsiteY7" fmla="*/ 3041202 h 3300883"/>
              <a:gd name="connsiteX8" fmla="*/ 2577491 w 11394183"/>
              <a:gd name="connsiteY8" fmla="*/ 3300883 h 3300883"/>
              <a:gd name="connsiteX9" fmla="*/ 2606313 w 11394183"/>
              <a:gd name="connsiteY9" fmla="*/ 3300883 h 3300883"/>
              <a:gd name="connsiteX10" fmla="*/ 2606313 w 11394183"/>
              <a:gd name="connsiteY10" fmla="*/ 3041928 h 3300883"/>
              <a:gd name="connsiteX11" fmla="*/ 2610667 w 11394183"/>
              <a:gd name="connsiteY11" fmla="*/ 3013622 h 3300883"/>
              <a:gd name="connsiteX12" fmla="*/ 2591366 w 11394183"/>
              <a:gd name="connsiteY12" fmla="*/ 3007317 h 3300883"/>
              <a:gd name="connsiteX13" fmla="*/ 2903083 w 11394183"/>
              <a:gd name="connsiteY13" fmla="*/ 3005447 h 3300883"/>
              <a:gd name="connsiteX14" fmla="*/ 2887195 w 11394183"/>
              <a:gd name="connsiteY14" fmla="*/ 3009994 h 3300883"/>
              <a:gd name="connsiteX15" fmla="*/ 2877033 w 11394183"/>
              <a:gd name="connsiteY15" fmla="*/ 3048460 h 3300883"/>
              <a:gd name="connsiteX16" fmla="*/ 2877033 w 11394183"/>
              <a:gd name="connsiteY16" fmla="*/ 3300883 h 3300883"/>
              <a:gd name="connsiteX17" fmla="*/ 2924210 w 11394183"/>
              <a:gd name="connsiteY17" fmla="*/ 3300883 h 3300883"/>
              <a:gd name="connsiteX18" fmla="*/ 2924210 w 11394183"/>
              <a:gd name="connsiteY18" fmla="*/ 3039025 h 3300883"/>
              <a:gd name="connsiteX19" fmla="*/ 2903083 w 11394183"/>
              <a:gd name="connsiteY19" fmla="*/ 3005447 h 3300883"/>
              <a:gd name="connsiteX20" fmla="*/ 1413840 w 11394183"/>
              <a:gd name="connsiteY20" fmla="*/ 2870642 h 3300883"/>
              <a:gd name="connsiteX21" fmla="*/ 1414566 w 11394183"/>
              <a:gd name="connsiteY21" fmla="*/ 2874271 h 3300883"/>
              <a:gd name="connsiteX22" fmla="*/ 1228038 w 11394183"/>
              <a:gd name="connsiteY22" fmla="*/ 2874271 h 3300883"/>
              <a:gd name="connsiteX23" fmla="*/ 1228038 w 11394183"/>
              <a:gd name="connsiteY23" fmla="*/ 2870642 h 3300883"/>
              <a:gd name="connsiteX24" fmla="*/ 1413840 w 11394183"/>
              <a:gd name="connsiteY24" fmla="*/ 2870642 h 3300883"/>
              <a:gd name="connsiteX25" fmla="*/ 3635032 w 11394183"/>
              <a:gd name="connsiteY25" fmla="*/ 2179418 h 3300883"/>
              <a:gd name="connsiteX26" fmla="*/ 3649275 w 11394183"/>
              <a:gd name="connsiteY26" fmla="*/ 2179690 h 3300883"/>
              <a:gd name="connsiteX27" fmla="*/ 4079669 w 11394183"/>
              <a:gd name="connsiteY27" fmla="*/ 2179690 h 3300883"/>
              <a:gd name="connsiteX28" fmla="*/ 4093459 w 11394183"/>
              <a:gd name="connsiteY28" fmla="*/ 2186222 h 3300883"/>
              <a:gd name="connsiteX29" fmla="*/ 3622421 w 11394183"/>
              <a:gd name="connsiteY29" fmla="*/ 2186222 h 3300883"/>
              <a:gd name="connsiteX30" fmla="*/ 3624598 w 11394183"/>
              <a:gd name="connsiteY30" fmla="*/ 2190577 h 3300883"/>
              <a:gd name="connsiteX31" fmla="*/ 4062975 w 11394183"/>
              <a:gd name="connsiteY31" fmla="*/ 2190577 h 3300883"/>
              <a:gd name="connsiteX32" fmla="*/ 4102168 w 11394183"/>
              <a:gd name="connsiteY32" fmla="*/ 2228318 h 3300883"/>
              <a:gd name="connsiteX33" fmla="*/ 4093459 w 11394183"/>
              <a:gd name="connsiteY33" fmla="*/ 2416298 h 3300883"/>
              <a:gd name="connsiteX34" fmla="*/ 4059347 w 11394183"/>
              <a:gd name="connsiteY34" fmla="*/ 2447507 h 3300883"/>
              <a:gd name="connsiteX35" fmla="*/ 3650000 w 11394183"/>
              <a:gd name="connsiteY35" fmla="*/ 2447507 h 3300883"/>
              <a:gd name="connsiteX36" fmla="*/ 3621696 w 11394183"/>
              <a:gd name="connsiteY36" fmla="*/ 2418475 h 3300883"/>
              <a:gd name="connsiteX37" fmla="*/ 3598470 w 11394183"/>
              <a:gd name="connsiteY37" fmla="*/ 2396702 h 3300883"/>
              <a:gd name="connsiteX38" fmla="*/ 3504842 w 11394183"/>
              <a:gd name="connsiteY38" fmla="*/ 2387266 h 3300883"/>
              <a:gd name="connsiteX39" fmla="*/ 3506294 w 11394183"/>
              <a:gd name="connsiteY39" fmla="*/ 2251543 h 3300883"/>
              <a:gd name="connsiteX40" fmla="*/ 3618791 w 11394183"/>
              <a:gd name="connsiteY40" fmla="*/ 2250818 h 3300883"/>
              <a:gd name="connsiteX41" fmla="*/ 3620969 w 11394183"/>
              <a:gd name="connsiteY41" fmla="*/ 2195657 h 3300883"/>
              <a:gd name="connsiteX42" fmla="*/ 3622421 w 11394183"/>
              <a:gd name="connsiteY42" fmla="*/ 2186222 h 3300883"/>
              <a:gd name="connsiteX43" fmla="*/ 3635032 w 11394183"/>
              <a:gd name="connsiteY43" fmla="*/ 2179418 h 3300883"/>
              <a:gd name="connsiteX44" fmla="*/ 76208 w 11394183"/>
              <a:gd name="connsiteY44" fmla="*/ 1218744 h 3300883"/>
              <a:gd name="connsiteX45" fmla="*/ 0 w 11394183"/>
              <a:gd name="connsiteY45" fmla="*/ 1294951 h 3300883"/>
              <a:gd name="connsiteX46" fmla="*/ 0 w 11394183"/>
              <a:gd name="connsiteY46" fmla="*/ 1338499 h 3300883"/>
              <a:gd name="connsiteX47" fmla="*/ 0 w 11394183"/>
              <a:gd name="connsiteY47" fmla="*/ 3206684 h 3300883"/>
              <a:gd name="connsiteX48" fmla="*/ 1452 w 11394183"/>
              <a:gd name="connsiteY48" fmla="*/ 3264747 h 3300883"/>
              <a:gd name="connsiteX49" fmla="*/ 5988 w 11394183"/>
              <a:gd name="connsiteY49" fmla="*/ 3287337 h 3300883"/>
              <a:gd name="connsiteX50" fmla="*/ 19459 w 11394183"/>
              <a:gd name="connsiteY50" fmla="*/ 3300883 h 3300883"/>
              <a:gd name="connsiteX51" fmla="*/ 25633 w 11394183"/>
              <a:gd name="connsiteY51" fmla="*/ 3300883 h 3300883"/>
              <a:gd name="connsiteX52" fmla="*/ 26219 w 11394183"/>
              <a:gd name="connsiteY52" fmla="*/ 3300311 h 3300883"/>
              <a:gd name="connsiteX53" fmla="*/ 26699 w 11394183"/>
              <a:gd name="connsiteY53" fmla="*/ 3300883 h 3300883"/>
              <a:gd name="connsiteX54" fmla="*/ 1001629 w 11394183"/>
              <a:gd name="connsiteY54" fmla="*/ 3300883 h 3300883"/>
              <a:gd name="connsiteX55" fmla="*/ 1038606 w 11394183"/>
              <a:gd name="connsiteY55" fmla="*/ 3290150 h 3300883"/>
              <a:gd name="connsiteX56" fmla="*/ 997236 w 11394183"/>
              <a:gd name="connsiteY56" fmla="*/ 3251683 h 3300883"/>
              <a:gd name="connsiteX57" fmla="*/ 706920 w 11394183"/>
              <a:gd name="connsiteY57" fmla="*/ 2937416 h 3300883"/>
              <a:gd name="connsiteX58" fmla="*/ 566116 w 11394183"/>
              <a:gd name="connsiteY58" fmla="*/ 2610810 h 3300883"/>
              <a:gd name="connsiteX59" fmla="*/ 553779 w 11394183"/>
              <a:gd name="connsiteY59" fmla="*/ 2577424 h 3300883"/>
              <a:gd name="connsiteX60" fmla="*/ 545795 w 11394183"/>
              <a:gd name="connsiteY60" fmla="*/ 2556376 h 3300883"/>
              <a:gd name="connsiteX61" fmla="*/ 521117 w 11394183"/>
              <a:gd name="connsiteY61" fmla="*/ 2426459 h 3300883"/>
              <a:gd name="connsiteX62" fmla="*/ 528376 w 11394183"/>
              <a:gd name="connsiteY62" fmla="*/ 2095499 h 3300883"/>
              <a:gd name="connsiteX63" fmla="*/ 538537 w 11394183"/>
              <a:gd name="connsiteY63" fmla="*/ 2069371 h 3300883"/>
              <a:gd name="connsiteX64" fmla="*/ 538537 w 11394183"/>
              <a:gd name="connsiteY64" fmla="*/ 2066467 h 3300883"/>
              <a:gd name="connsiteX65" fmla="*/ 593697 w 11394183"/>
              <a:gd name="connsiteY65" fmla="*/ 1850181 h 3300883"/>
              <a:gd name="connsiteX66" fmla="*/ 880384 w 11394183"/>
              <a:gd name="connsiteY66" fmla="*/ 1419788 h 3300883"/>
              <a:gd name="connsiteX67" fmla="*/ 909415 w 11394183"/>
              <a:gd name="connsiteY67" fmla="*/ 1403095 h 3300883"/>
              <a:gd name="connsiteX68" fmla="*/ 981269 w 11394183"/>
              <a:gd name="connsiteY68" fmla="*/ 1331967 h 3300883"/>
              <a:gd name="connsiteX69" fmla="*/ 1085057 w 11394183"/>
              <a:gd name="connsiteY69" fmla="*/ 1260114 h 3300883"/>
              <a:gd name="connsiteX70" fmla="*/ 1107556 w 11394183"/>
              <a:gd name="connsiteY70" fmla="*/ 1230357 h 3300883"/>
              <a:gd name="connsiteX71" fmla="*/ 1066912 w 11394183"/>
              <a:gd name="connsiteY71" fmla="*/ 1219469 h 3300883"/>
              <a:gd name="connsiteX72" fmla="*/ 76208 w 11394183"/>
              <a:gd name="connsiteY72" fmla="*/ 1218744 h 3300883"/>
              <a:gd name="connsiteX73" fmla="*/ 2529381 w 11394183"/>
              <a:gd name="connsiteY73" fmla="*/ 142 h 3300883"/>
              <a:gd name="connsiteX74" fmla="*/ 2466963 w 11394183"/>
              <a:gd name="connsiteY74" fmla="*/ 46592 h 3300883"/>
              <a:gd name="connsiteX75" fmla="*/ 2497445 w 11394183"/>
              <a:gd name="connsiteY75" fmla="*/ 111914 h 3300883"/>
              <a:gd name="connsiteX76" fmla="*/ 2527929 w 11394183"/>
              <a:gd name="connsiteY76" fmla="*/ 169977 h 3300883"/>
              <a:gd name="connsiteX77" fmla="*/ 2527203 w 11394183"/>
              <a:gd name="connsiteY77" fmla="*/ 1443739 h 3300883"/>
              <a:gd name="connsiteX78" fmla="*/ 2527203 w 11394183"/>
              <a:gd name="connsiteY78" fmla="*/ 1603413 h 3300883"/>
              <a:gd name="connsiteX79" fmla="*/ 2517042 w 11394183"/>
              <a:gd name="connsiteY79" fmla="*/ 1630267 h 3300883"/>
              <a:gd name="connsiteX80" fmla="*/ 2491640 w 11394183"/>
              <a:gd name="connsiteY80" fmla="*/ 1671637 h 3300883"/>
              <a:gd name="connsiteX81" fmla="*/ 2491640 w 11394183"/>
              <a:gd name="connsiteY81" fmla="*/ 1722443 h 3300883"/>
              <a:gd name="connsiteX82" fmla="*/ 2467688 w 11394183"/>
              <a:gd name="connsiteY82" fmla="*/ 1748571 h 3300883"/>
              <a:gd name="connsiteX83" fmla="*/ 2373335 w 11394183"/>
              <a:gd name="connsiteY83" fmla="*/ 1748571 h 3300883"/>
              <a:gd name="connsiteX84" fmla="*/ 2349384 w 11394183"/>
              <a:gd name="connsiteY84" fmla="*/ 1721716 h 3300883"/>
              <a:gd name="connsiteX85" fmla="*/ 2349384 w 11394183"/>
              <a:gd name="connsiteY85" fmla="*/ 1649137 h 3300883"/>
              <a:gd name="connsiteX86" fmla="*/ 2337046 w 11394183"/>
              <a:gd name="connsiteY86" fmla="*/ 1630993 h 3300883"/>
              <a:gd name="connsiteX87" fmla="*/ 2310918 w 11394183"/>
              <a:gd name="connsiteY87" fmla="*/ 1601961 h 3300883"/>
              <a:gd name="connsiteX88" fmla="*/ 2310918 w 11394183"/>
              <a:gd name="connsiteY88" fmla="*/ 861655 h 3300883"/>
              <a:gd name="connsiteX89" fmla="*/ 2322530 w 11394183"/>
              <a:gd name="connsiteY89" fmla="*/ 805769 h 3300883"/>
              <a:gd name="connsiteX90" fmla="*/ 2265193 w 11394183"/>
              <a:gd name="connsiteY90" fmla="*/ 717949 h 3300883"/>
              <a:gd name="connsiteX91" fmla="*/ 2207130 w 11394183"/>
              <a:gd name="connsiteY91" fmla="*/ 781093 h 3300883"/>
              <a:gd name="connsiteX92" fmla="*/ 2253580 w 11394183"/>
              <a:gd name="connsiteY92" fmla="*/ 838430 h 3300883"/>
              <a:gd name="connsiteX93" fmla="*/ 2277531 w 11394183"/>
              <a:gd name="connsiteY93" fmla="*/ 877622 h 3300883"/>
              <a:gd name="connsiteX94" fmla="*/ 2278257 w 11394183"/>
              <a:gd name="connsiteY94" fmla="*/ 1596155 h 3300883"/>
              <a:gd name="connsiteX95" fmla="*/ 2241242 w 11394183"/>
              <a:gd name="connsiteY95" fmla="*/ 1631719 h 3300883"/>
              <a:gd name="connsiteX96" fmla="*/ 2205678 w 11394183"/>
              <a:gd name="connsiteY96" fmla="*/ 1666557 h 3300883"/>
              <a:gd name="connsiteX97" fmla="*/ 2204952 w 11394183"/>
              <a:gd name="connsiteY97" fmla="*/ 1742764 h 3300883"/>
              <a:gd name="connsiteX98" fmla="*/ 2123665 w 11394183"/>
              <a:gd name="connsiteY98" fmla="*/ 1747845 h 3300883"/>
              <a:gd name="connsiteX99" fmla="*/ 2101890 w 11394183"/>
              <a:gd name="connsiteY99" fmla="*/ 1747845 h 3300883"/>
              <a:gd name="connsiteX100" fmla="*/ 2074309 w 11394183"/>
              <a:gd name="connsiteY100" fmla="*/ 1720265 h 3300883"/>
              <a:gd name="connsiteX101" fmla="*/ 2074309 w 11394183"/>
              <a:gd name="connsiteY101" fmla="*/ 1630993 h 3300883"/>
              <a:gd name="connsiteX102" fmla="*/ 2008989 w 11394183"/>
              <a:gd name="connsiteY102" fmla="*/ 1618655 h 3300883"/>
              <a:gd name="connsiteX103" fmla="*/ 2002456 w 11394183"/>
              <a:gd name="connsiteY103" fmla="*/ 1599058 h 3300883"/>
              <a:gd name="connsiteX104" fmla="*/ 2002456 w 11394183"/>
              <a:gd name="connsiteY104" fmla="*/ 1135278 h 3300883"/>
              <a:gd name="connsiteX105" fmla="*/ 2005359 w 11394183"/>
              <a:gd name="connsiteY105" fmla="*/ 1117859 h 3300883"/>
              <a:gd name="connsiteX106" fmla="*/ 1660609 w 11394183"/>
              <a:gd name="connsiteY106" fmla="*/ 1117859 h 3300883"/>
              <a:gd name="connsiteX107" fmla="*/ 1623594 w 11394183"/>
              <a:gd name="connsiteY107" fmla="*/ 1104795 h 3300883"/>
              <a:gd name="connsiteX108" fmla="*/ 1617788 w 11394183"/>
              <a:gd name="connsiteY108" fmla="*/ 1073586 h 3300883"/>
              <a:gd name="connsiteX109" fmla="*/ 1617788 w 11394183"/>
              <a:gd name="connsiteY109" fmla="*/ 606177 h 3300883"/>
              <a:gd name="connsiteX110" fmla="*/ 1623594 w 11394183"/>
              <a:gd name="connsiteY110" fmla="*/ 575693 h 3300883"/>
              <a:gd name="connsiteX111" fmla="*/ 1623594 w 11394183"/>
              <a:gd name="connsiteY111" fmla="*/ 576420 h 3300883"/>
              <a:gd name="connsiteX112" fmla="*/ 1631577 w 11394183"/>
              <a:gd name="connsiteY112" fmla="*/ 561903 h 3300883"/>
              <a:gd name="connsiteX113" fmla="*/ 1640287 w 11394183"/>
              <a:gd name="connsiteY113" fmla="*/ 498760 h 3300883"/>
              <a:gd name="connsiteX114" fmla="*/ 1579321 w 11394183"/>
              <a:gd name="connsiteY114" fmla="*/ 467551 h 3300883"/>
              <a:gd name="connsiteX115" fmla="*/ 1526338 w 11394183"/>
              <a:gd name="connsiteY115" fmla="*/ 523437 h 3300883"/>
              <a:gd name="connsiteX116" fmla="*/ 1551015 w 11394183"/>
              <a:gd name="connsiteY116" fmla="*/ 578596 h 3300883"/>
              <a:gd name="connsiteX117" fmla="*/ 1581498 w 11394183"/>
              <a:gd name="connsiteY117" fmla="*/ 629402 h 3300883"/>
              <a:gd name="connsiteX118" fmla="*/ 1581498 w 11394183"/>
              <a:gd name="connsiteY118" fmla="*/ 1122214 h 3300883"/>
              <a:gd name="connsiteX119" fmla="*/ 1585853 w 11394183"/>
              <a:gd name="connsiteY119" fmla="*/ 1149068 h 3300883"/>
              <a:gd name="connsiteX120" fmla="*/ 1615610 w 11394183"/>
              <a:gd name="connsiteY120" fmla="*/ 1141084 h 3300883"/>
              <a:gd name="connsiteX121" fmla="*/ 1943667 w 11394183"/>
              <a:gd name="connsiteY121" fmla="*/ 1141084 h 3300883"/>
              <a:gd name="connsiteX122" fmla="*/ 1972699 w 11394183"/>
              <a:gd name="connsiteY122" fmla="*/ 1149793 h 3300883"/>
              <a:gd name="connsiteX123" fmla="*/ 1979957 w 11394183"/>
              <a:gd name="connsiteY123" fmla="*/ 1165761 h 3300883"/>
              <a:gd name="connsiteX124" fmla="*/ 1980683 w 11394183"/>
              <a:gd name="connsiteY124" fmla="*/ 1611396 h 3300883"/>
              <a:gd name="connsiteX125" fmla="*/ 1968344 w 11394183"/>
              <a:gd name="connsiteY125" fmla="*/ 1630267 h 3300883"/>
              <a:gd name="connsiteX126" fmla="*/ 1938587 w 11394183"/>
              <a:gd name="connsiteY126" fmla="*/ 1673814 h 3300883"/>
              <a:gd name="connsiteX127" fmla="*/ 1939313 w 11394183"/>
              <a:gd name="connsiteY127" fmla="*/ 1724619 h 3300883"/>
              <a:gd name="connsiteX128" fmla="*/ 1916087 w 11394183"/>
              <a:gd name="connsiteY128" fmla="*/ 1747845 h 3300883"/>
              <a:gd name="connsiteX129" fmla="*/ 1821734 w 11394183"/>
              <a:gd name="connsiteY129" fmla="*/ 1747845 h 3300883"/>
              <a:gd name="connsiteX130" fmla="*/ 1797784 w 11394183"/>
              <a:gd name="connsiteY130" fmla="*/ 1720991 h 3300883"/>
              <a:gd name="connsiteX131" fmla="*/ 1797784 w 11394183"/>
              <a:gd name="connsiteY131" fmla="*/ 1648412 h 3300883"/>
              <a:gd name="connsiteX132" fmla="*/ 1783993 w 11394183"/>
              <a:gd name="connsiteY132" fmla="*/ 1629541 h 3300883"/>
              <a:gd name="connsiteX133" fmla="*/ 1760768 w 11394183"/>
              <a:gd name="connsiteY133" fmla="*/ 1599784 h 3300883"/>
              <a:gd name="connsiteX134" fmla="*/ 1760768 w 11394183"/>
              <a:gd name="connsiteY134" fmla="*/ 1367531 h 3300883"/>
              <a:gd name="connsiteX135" fmla="*/ 1726656 w 11394183"/>
              <a:gd name="connsiteY135" fmla="*/ 1333418 h 3300883"/>
              <a:gd name="connsiteX136" fmla="*/ 1349971 w 11394183"/>
              <a:gd name="connsiteY136" fmla="*/ 1334145 h 3300883"/>
              <a:gd name="connsiteX137" fmla="*/ 1301343 w 11394183"/>
              <a:gd name="connsiteY137" fmla="*/ 1318178 h 3300883"/>
              <a:gd name="connsiteX138" fmla="*/ 1212797 w 11394183"/>
              <a:gd name="connsiteY138" fmla="*/ 1320354 h 3300883"/>
              <a:gd name="connsiteX139" fmla="*/ 1212071 w 11394183"/>
              <a:gd name="connsiteY139" fmla="*/ 1411078 h 3300883"/>
              <a:gd name="connsiteX140" fmla="*/ 1299166 w 11394183"/>
              <a:gd name="connsiteY140" fmla="*/ 1409626 h 3300883"/>
              <a:gd name="connsiteX141" fmla="*/ 1307149 w 11394183"/>
              <a:gd name="connsiteY141" fmla="*/ 1395111 h 3300883"/>
              <a:gd name="connsiteX142" fmla="*/ 1307149 w 11394183"/>
              <a:gd name="connsiteY142" fmla="*/ 1395837 h 3300883"/>
              <a:gd name="connsiteX143" fmla="*/ 1353600 w 11394183"/>
              <a:gd name="connsiteY143" fmla="*/ 1352289 h 3300883"/>
              <a:gd name="connsiteX144" fmla="*/ 1683835 w 11394183"/>
              <a:gd name="connsiteY144" fmla="*/ 1353015 h 3300883"/>
              <a:gd name="connsiteX145" fmla="*/ 1707060 w 11394183"/>
              <a:gd name="connsiteY145" fmla="*/ 1372612 h 3300883"/>
              <a:gd name="connsiteX146" fmla="*/ 1713592 w 11394183"/>
              <a:gd name="connsiteY146" fmla="*/ 1400191 h 3300883"/>
              <a:gd name="connsiteX147" fmla="*/ 1715043 w 11394183"/>
              <a:gd name="connsiteY147" fmla="*/ 1614299 h 3300883"/>
              <a:gd name="connsiteX148" fmla="*/ 1696899 w 11394183"/>
              <a:gd name="connsiteY148" fmla="*/ 1630267 h 3300883"/>
              <a:gd name="connsiteX149" fmla="*/ 1661335 w 11394183"/>
              <a:gd name="connsiteY149" fmla="*/ 1670911 h 3300883"/>
              <a:gd name="connsiteX150" fmla="*/ 1662061 w 11394183"/>
              <a:gd name="connsiteY150" fmla="*/ 1718087 h 3300883"/>
              <a:gd name="connsiteX151" fmla="*/ 1633030 w 11394183"/>
              <a:gd name="connsiteY151" fmla="*/ 1747119 h 3300883"/>
              <a:gd name="connsiteX152" fmla="*/ 1545934 w 11394183"/>
              <a:gd name="connsiteY152" fmla="*/ 1747119 h 3300883"/>
              <a:gd name="connsiteX153" fmla="*/ 1519080 w 11394183"/>
              <a:gd name="connsiteY153" fmla="*/ 1719540 h 3300883"/>
              <a:gd name="connsiteX154" fmla="*/ 1519080 w 11394183"/>
              <a:gd name="connsiteY154" fmla="*/ 1668734 h 3300883"/>
              <a:gd name="connsiteX155" fmla="*/ 1495129 w 11394183"/>
              <a:gd name="connsiteY155" fmla="*/ 1617928 h 3300883"/>
              <a:gd name="connsiteX156" fmla="*/ 1490048 w 11394183"/>
              <a:gd name="connsiteY156" fmla="*/ 1504706 h 3300883"/>
              <a:gd name="connsiteX157" fmla="*/ 1465372 w 11394183"/>
              <a:gd name="connsiteY157" fmla="*/ 1499625 h 3300883"/>
              <a:gd name="connsiteX158" fmla="*/ 934093 w 11394183"/>
              <a:gd name="connsiteY158" fmla="*/ 1499625 h 3300883"/>
              <a:gd name="connsiteX159" fmla="*/ 833208 w 11394183"/>
              <a:gd name="connsiteY159" fmla="*/ 1502528 h 3300883"/>
              <a:gd name="connsiteX160" fmla="*/ 794741 w 11394183"/>
              <a:gd name="connsiteY160" fmla="*/ 1533737 h 3300883"/>
              <a:gd name="connsiteX161" fmla="*/ 898529 w 11394183"/>
              <a:gd name="connsiteY161" fmla="*/ 1533737 h 3300883"/>
              <a:gd name="connsiteX162" fmla="*/ 1415292 w 11394183"/>
              <a:gd name="connsiteY162" fmla="*/ 1533737 h 3300883"/>
              <a:gd name="connsiteX163" fmla="*/ 1450130 w 11394183"/>
              <a:gd name="connsiteY163" fmla="*/ 1543898 h 3300883"/>
              <a:gd name="connsiteX164" fmla="*/ 1452307 w 11394183"/>
              <a:gd name="connsiteY164" fmla="*/ 1580187 h 3300883"/>
              <a:gd name="connsiteX165" fmla="*/ 1408034 w 11394183"/>
              <a:gd name="connsiteY165" fmla="*/ 1629541 h 3300883"/>
              <a:gd name="connsiteX166" fmla="*/ 1384083 w 11394183"/>
              <a:gd name="connsiteY166" fmla="*/ 1652766 h 3300883"/>
              <a:gd name="connsiteX167" fmla="*/ 1384083 w 11394183"/>
              <a:gd name="connsiteY167" fmla="*/ 1663653 h 3300883"/>
              <a:gd name="connsiteX168" fmla="*/ 1299891 w 11394183"/>
              <a:gd name="connsiteY168" fmla="*/ 1744942 h 3300883"/>
              <a:gd name="connsiteX169" fmla="*/ 1211345 w 11394183"/>
              <a:gd name="connsiteY169" fmla="*/ 1834214 h 3300883"/>
              <a:gd name="connsiteX170" fmla="*/ 1211345 w 11394183"/>
              <a:gd name="connsiteY170" fmla="*/ 1961227 h 3300883"/>
              <a:gd name="connsiteX171" fmla="*/ 1184491 w 11394183"/>
              <a:gd name="connsiteY171" fmla="*/ 1988082 h 3300883"/>
              <a:gd name="connsiteX172" fmla="*/ 1137315 w 11394183"/>
              <a:gd name="connsiteY172" fmla="*/ 1988082 h 3300883"/>
              <a:gd name="connsiteX173" fmla="*/ 1090864 w 11394183"/>
              <a:gd name="connsiteY173" fmla="*/ 2009129 h 3300883"/>
              <a:gd name="connsiteX174" fmla="*/ 1057477 w 11394183"/>
              <a:gd name="connsiteY174" fmla="*/ 2016388 h 3300883"/>
              <a:gd name="connsiteX175" fmla="*/ 557408 w 11394183"/>
              <a:gd name="connsiteY175" fmla="*/ 2014210 h 3300883"/>
              <a:gd name="connsiteX176" fmla="*/ 586439 w 11394183"/>
              <a:gd name="connsiteY176" fmla="*/ 2049048 h 3300883"/>
              <a:gd name="connsiteX177" fmla="*/ 1056026 w 11394183"/>
              <a:gd name="connsiteY177" fmla="*/ 2049048 h 3300883"/>
              <a:gd name="connsiteX178" fmla="*/ 1090864 w 11394183"/>
              <a:gd name="connsiteY178" fmla="*/ 2059209 h 3300883"/>
              <a:gd name="connsiteX179" fmla="*/ 1094493 w 11394183"/>
              <a:gd name="connsiteY179" fmla="*/ 2116546 h 3300883"/>
              <a:gd name="connsiteX180" fmla="*/ 1206991 w 11394183"/>
              <a:gd name="connsiteY180" fmla="*/ 2122353 h 3300883"/>
              <a:gd name="connsiteX181" fmla="*/ 1210619 w 11394183"/>
              <a:gd name="connsiteY181" fmla="*/ 2245011 h 3300883"/>
              <a:gd name="connsiteX182" fmla="*/ 1189571 w 11394183"/>
              <a:gd name="connsiteY182" fmla="*/ 2266060 h 3300883"/>
              <a:gd name="connsiteX183" fmla="*/ 1142395 w 11394183"/>
              <a:gd name="connsiteY183" fmla="*/ 2266060 h 3300883"/>
              <a:gd name="connsiteX184" fmla="*/ 1093767 w 11394183"/>
              <a:gd name="connsiteY184" fmla="*/ 2301623 h 3300883"/>
              <a:gd name="connsiteX185" fmla="*/ 1061832 w 11394183"/>
              <a:gd name="connsiteY185" fmla="*/ 2313962 h 3300883"/>
              <a:gd name="connsiteX186" fmla="*/ 528376 w 11394183"/>
              <a:gd name="connsiteY186" fmla="*/ 2313962 h 3300883"/>
              <a:gd name="connsiteX187" fmla="*/ 559586 w 11394183"/>
              <a:gd name="connsiteY187" fmla="*/ 2346622 h 3300883"/>
              <a:gd name="connsiteX188" fmla="*/ 1055300 w 11394183"/>
              <a:gd name="connsiteY188" fmla="*/ 2346622 h 3300883"/>
              <a:gd name="connsiteX189" fmla="*/ 1091589 w 11394183"/>
              <a:gd name="connsiteY189" fmla="*/ 2358235 h 3300883"/>
              <a:gd name="connsiteX190" fmla="*/ 1137315 w 11394183"/>
              <a:gd name="connsiteY190" fmla="*/ 2399605 h 3300883"/>
              <a:gd name="connsiteX191" fmla="*/ 1210619 w 11394183"/>
              <a:gd name="connsiteY191" fmla="*/ 2470732 h 3300883"/>
              <a:gd name="connsiteX192" fmla="*/ 1137315 w 11394183"/>
              <a:gd name="connsiteY192" fmla="*/ 2543311 h 3300883"/>
              <a:gd name="connsiteX193" fmla="*/ 1092315 w 11394183"/>
              <a:gd name="connsiteY193" fmla="*/ 2569440 h 3300883"/>
              <a:gd name="connsiteX194" fmla="*/ 1057477 w 11394183"/>
              <a:gd name="connsiteY194" fmla="*/ 2578149 h 3300883"/>
              <a:gd name="connsiteX195" fmla="*/ 557408 w 11394183"/>
              <a:gd name="connsiteY195" fmla="*/ 2578875 h 3300883"/>
              <a:gd name="connsiteX196" fmla="*/ 595875 w 11394183"/>
              <a:gd name="connsiteY196" fmla="*/ 2599197 h 3300883"/>
              <a:gd name="connsiteX197" fmla="*/ 1048042 w 11394183"/>
              <a:gd name="connsiteY197" fmla="*/ 2599922 h 3300883"/>
              <a:gd name="connsiteX198" fmla="*/ 1087235 w 11394183"/>
              <a:gd name="connsiteY198" fmla="*/ 2608632 h 3300883"/>
              <a:gd name="connsiteX199" fmla="*/ 1095218 w 11394183"/>
              <a:gd name="connsiteY199" fmla="*/ 2673954 h 3300883"/>
              <a:gd name="connsiteX200" fmla="*/ 1204087 w 11394183"/>
              <a:gd name="connsiteY200" fmla="*/ 2679034 h 3300883"/>
              <a:gd name="connsiteX201" fmla="*/ 1209894 w 11394183"/>
              <a:gd name="connsiteY201" fmla="*/ 2713872 h 3300883"/>
              <a:gd name="connsiteX202" fmla="*/ 1209167 w 11394183"/>
              <a:gd name="connsiteY202" fmla="*/ 2855401 h 3300883"/>
              <a:gd name="connsiteX203" fmla="*/ 1235296 w 11394183"/>
              <a:gd name="connsiteY203" fmla="*/ 2882255 h 3300883"/>
              <a:gd name="connsiteX204" fmla="*/ 1376825 w 11394183"/>
              <a:gd name="connsiteY204" fmla="*/ 2880804 h 3300883"/>
              <a:gd name="connsiteX205" fmla="*/ 1423276 w 11394183"/>
              <a:gd name="connsiteY205" fmla="*/ 2925802 h 3300883"/>
              <a:gd name="connsiteX206" fmla="*/ 1448678 w 11394183"/>
              <a:gd name="connsiteY206" fmla="*/ 3003462 h 3300883"/>
              <a:gd name="connsiteX207" fmla="*/ 1450856 w 11394183"/>
              <a:gd name="connsiteY207" fmla="*/ 3023784 h 3300883"/>
              <a:gd name="connsiteX208" fmla="*/ 1450856 w 11394183"/>
              <a:gd name="connsiteY208" fmla="*/ 3300883 h 3300883"/>
              <a:gd name="connsiteX209" fmla="*/ 1490048 w 11394183"/>
              <a:gd name="connsiteY209" fmla="*/ 3300883 h 3300883"/>
              <a:gd name="connsiteX210" fmla="*/ 1490048 w 11394183"/>
              <a:gd name="connsiteY210" fmla="*/ 3027414 h 3300883"/>
              <a:gd name="connsiteX211" fmla="*/ 1496580 w 11394183"/>
              <a:gd name="connsiteY211" fmla="*/ 2990398 h 3300883"/>
              <a:gd name="connsiteX212" fmla="*/ 1495855 w 11394183"/>
              <a:gd name="connsiteY212" fmla="*/ 2991124 h 3300883"/>
              <a:gd name="connsiteX213" fmla="*/ 1500210 w 11394183"/>
              <a:gd name="connsiteY213" fmla="*/ 2986043 h 3300883"/>
              <a:gd name="connsiteX214" fmla="*/ 1551741 w 11394183"/>
              <a:gd name="connsiteY214" fmla="*/ 2972979 h 3300883"/>
              <a:gd name="connsiteX215" fmla="*/ 1553918 w 11394183"/>
              <a:gd name="connsiteY215" fmla="*/ 2915641 h 3300883"/>
              <a:gd name="connsiteX216" fmla="*/ 1601821 w 11394183"/>
              <a:gd name="connsiteY216" fmla="*/ 2869191 h 3300883"/>
              <a:gd name="connsiteX217" fmla="*/ 1698350 w 11394183"/>
              <a:gd name="connsiteY217" fmla="*/ 2879352 h 3300883"/>
              <a:gd name="connsiteX218" fmla="*/ 1712866 w 11394183"/>
              <a:gd name="connsiteY218" fmla="*/ 3041929 h 3300883"/>
              <a:gd name="connsiteX219" fmla="*/ 1713637 w 11394183"/>
              <a:gd name="connsiteY219" fmla="*/ 3300883 h 3300883"/>
              <a:gd name="connsiteX220" fmla="*/ 1762496 w 11394183"/>
              <a:gd name="connsiteY220" fmla="*/ 3300883 h 3300883"/>
              <a:gd name="connsiteX221" fmla="*/ 1762220 w 11394183"/>
              <a:gd name="connsiteY221" fmla="*/ 3001284 h 3300883"/>
              <a:gd name="connsiteX222" fmla="*/ 1790526 w 11394183"/>
              <a:gd name="connsiteY222" fmla="*/ 2986043 h 3300883"/>
              <a:gd name="connsiteX223" fmla="*/ 1831896 w 11394183"/>
              <a:gd name="connsiteY223" fmla="*/ 2943947 h 3300883"/>
              <a:gd name="connsiteX224" fmla="*/ 1905926 w 11394183"/>
              <a:gd name="connsiteY224" fmla="*/ 2869917 h 3300883"/>
              <a:gd name="connsiteX225" fmla="*/ 1978506 w 11394183"/>
              <a:gd name="connsiteY225" fmla="*/ 2878626 h 3300883"/>
              <a:gd name="connsiteX226" fmla="*/ 1982134 w 11394183"/>
              <a:gd name="connsiteY226" fmla="*/ 2968624 h 3300883"/>
              <a:gd name="connsiteX227" fmla="*/ 1991570 w 11394183"/>
              <a:gd name="connsiteY227" fmla="*/ 2992576 h 3300883"/>
              <a:gd name="connsiteX228" fmla="*/ 2016247 w 11394183"/>
              <a:gd name="connsiteY228" fmla="*/ 3034671 h 3300883"/>
              <a:gd name="connsiteX229" fmla="*/ 2016442 w 11394183"/>
              <a:gd name="connsiteY229" fmla="*/ 3300883 h 3300883"/>
              <a:gd name="connsiteX230" fmla="*/ 2053457 w 11394183"/>
              <a:gd name="connsiteY230" fmla="*/ 3300883 h 3300883"/>
              <a:gd name="connsiteX231" fmla="*/ 2053262 w 11394183"/>
              <a:gd name="connsiteY231" fmla="*/ 3025236 h 3300883"/>
              <a:gd name="connsiteX232" fmla="*/ 2088826 w 11394183"/>
              <a:gd name="connsiteY232" fmla="*/ 2983866 h 3300883"/>
              <a:gd name="connsiteX233" fmla="*/ 2106244 w 11394183"/>
              <a:gd name="connsiteY233" fmla="*/ 2966447 h 3300883"/>
              <a:gd name="connsiteX234" fmla="*/ 2106244 w 11394183"/>
              <a:gd name="connsiteY234" fmla="*/ 2944673 h 3300883"/>
              <a:gd name="connsiteX235" fmla="*/ 2184631 w 11394183"/>
              <a:gd name="connsiteY235" fmla="*/ 2869917 h 3300883"/>
              <a:gd name="connsiteX236" fmla="*/ 2254307 w 11394183"/>
              <a:gd name="connsiteY236" fmla="*/ 2880078 h 3300883"/>
              <a:gd name="connsiteX237" fmla="*/ 2257210 w 11394183"/>
              <a:gd name="connsiteY237" fmla="*/ 2970075 h 3300883"/>
              <a:gd name="connsiteX238" fmla="*/ 2277531 w 11394183"/>
              <a:gd name="connsiteY238" fmla="*/ 2993301 h 3300883"/>
              <a:gd name="connsiteX239" fmla="*/ 2316725 w 11394183"/>
              <a:gd name="connsiteY239" fmla="*/ 3035397 h 3300883"/>
              <a:gd name="connsiteX240" fmla="*/ 2316725 w 11394183"/>
              <a:gd name="connsiteY240" fmla="*/ 3300883 h 3300883"/>
              <a:gd name="connsiteX241" fmla="*/ 2350697 w 11394183"/>
              <a:gd name="connsiteY241" fmla="*/ 3300883 h 3300883"/>
              <a:gd name="connsiteX242" fmla="*/ 2350836 w 11394183"/>
              <a:gd name="connsiteY242" fmla="*/ 3033946 h 3300883"/>
              <a:gd name="connsiteX243" fmla="*/ 2360997 w 11394183"/>
              <a:gd name="connsiteY243" fmla="*/ 2992576 h 3300883"/>
              <a:gd name="connsiteX244" fmla="*/ 2386399 w 11394183"/>
              <a:gd name="connsiteY244" fmla="*/ 2983866 h 3300883"/>
              <a:gd name="connsiteX245" fmla="*/ 2383497 w 11394183"/>
              <a:gd name="connsiteY245" fmla="*/ 2901126 h 3300883"/>
              <a:gd name="connsiteX246" fmla="*/ 2403093 w 11394183"/>
              <a:gd name="connsiteY246" fmla="*/ 2869917 h 3300883"/>
              <a:gd name="connsiteX247" fmla="*/ 2522123 w 11394183"/>
              <a:gd name="connsiteY247" fmla="*/ 2870642 h 3300883"/>
              <a:gd name="connsiteX248" fmla="*/ 2530832 w 11394183"/>
              <a:gd name="connsiteY248" fmla="*/ 2880804 h 3300883"/>
              <a:gd name="connsiteX249" fmla="*/ 2537364 w 11394183"/>
              <a:gd name="connsiteY249" fmla="*/ 2992576 h 3300883"/>
              <a:gd name="connsiteX250" fmla="*/ 2632443 w 11394183"/>
              <a:gd name="connsiteY250" fmla="*/ 2985317 h 3300883"/>
              <a:gd name="connsiteX251" fmla="*/ 2663652 w 11394183"/>
              <a:gd name="connsiteY251" fmla="*/ 2954835 h 3300883"/>
              <a:gd name="connsiteX252" fmla="*/ 2752198 w 11394183"/>
              <a:gd name="connsiteY252" fmla="*/ 2869191 h 3300883"/>
              <a:gd name="connsiteX253" fmla="*/ 2798649 w 11394183"/>
              <a:gd name="connsiteY253" fmla="*/ 2869191 h 3300883"/>
              <a:gd name="connsiteX254" fmla="*/ 2798649 w 11394183"/>
              <a:gd name="connsiteY254" fmla="*/ 2879352 h 3300883"/>
              <a:gd name="connsiteX255" fmla="*/ 2681797 w 11394183"/>
              <a:gd name="connsiteY255" fmla="*/ 2879352 h 3300883"/>
              <a:gd name="connsiteX256" fmla="*/ 2710828 w 11394183"/>
              <a:gd name="connsiteY256" fmla="*/ 2880804 h 3300883"/>
              <a:gd name="connsiteX257" fmla="*/ 2809536 w 11394183"/>
              <a:gd name="connsiteY257" fmla="*/ 2985317 h 3300883"/>
              <a:gd name="connsiteX258" fmla="*/ 2910420 w 11394183"/>
              <a:gd name="connsiteY258" fmla="*/ 2984592 h 3300883"/>
              <a:gd name="connsiteX259" fmla="*/ 2940177 w 11394183"/>
              <a:gd name="connsiteY259" fmla="*/ 2956286 h 3300883"/>
              <a:gd name="connsiteX260" fmla="*/ 2938000 w 11394183"/>
              <a:gd name="connsiteY260" fmla="*/ 2915733 h 3300883"/>
              <a:gd name="connsiteX261" fmla="*/ 2946568 w 11394183"/>
              <a:gd name="connsiteY261" fmla="*/ 2876375 h 3300883"/>
              <a:gd name="connsiteX262" fmla="*/ 2945985 w 11394183"/>
              <a:gd name="connsiteY262" fmla="*/ 2876449 h 3300883"/>
              <a:gd name="connsiteX263" fmla="*/ 2946710 w 11394183"/>
              <a:gd name="connsiteY263" fmla="*/ 2875723 h 3300883"/>
              <a:gd name="connsiteX264" fmla="*/ 2946568 w 11394183"/>
              <a:gd name="connsiteY264" fmla="*/ 2876375 h 3300883"/>
              <a:gd name="connsiteX265" fmla="*/ 3016658 w 11394183"/>
              <a:gd name="connsiteY265" fmla="*/ 2867467 h 3300883"/>
              <a:gd name="connsiteX266" fmla="*/ 3086787 w 11394183"/>
              <a:gd name="connsiteY266" fmla="*/ 2878626 h 3300883"/>
              <a:gd name="connsiteX267" fmla="*/ 3094045 w 11394183"/>
              <a:gd name="connsiteY267" fmla="*/ 2908384 h 3300883"/>
              <a:gd name="connsiteX268" fmla="*/ 3169527 w 11394183"/>
              <a:gd name="connsiteY268" fmla="*/ 2984592 h 3300883"/>
              <a:gd name="connsiteX269" fmla="*/ 3215978 w 11394183"/>
              <a:gd name="connsiteY269" fmla="*/ 2938141 h 3300883"/>
              <a:gd name="connsiteX270" fmla="*/ 3282751 w 11394183"/>
              <a:gd name="connsiteY270" fmla="*/ 2869191 h 3300883"/>
              <a:gd name="connsiteX271" fmla="*/ 3453311 w 11394183"/>
              <a:gd name="connsiteY271" fmla="*/ 2869917 h 3300883"/>
              <a:gd name="connsiteX272" fmla="*/ 3498311 w 11394183"/>
              <a:gd name="connsiteY272" fmla="*/ 2827095 h 3300883"/>
              <a:gd name="connsiteX273" fmla="*/ 3496859 w 11394183"/>
              <a:gd name="connsiteY273" fmla="*/ 2565810 h 3300883"/>
              <a:gd name="connsiteX274" fmla="*/ 3544761 w 11394183"/>
              <a:gd name="connsiteY274" fmla="*/ 2520086 h 3300883"/>
              <a:gd name="connsiteX275" fmla="*/ 3591938 w 11394183"/>
              <a:gd name="connsiteY275" fmla="*/ 2520086 h 3300883"/>
              <a:gd name="connsiteX276" fmla="*/ 3613711 w 11394183"/>
              <a:gd name="connsiteY276" fmla="*/ 2507022 h 3300883"/>
              <a:gd name="connsiteX277" fmla="*/ 3646372 w 11394183"/>
              <a:gd name="connsiteY277" fmla="*/ 2481619 h 3300883"/>
              <a:gd name="connsiteX278" fmla="*/ 4048460 w 11394183"/>
              <a:gd name="connsiteY278" fmla="*/ 2481619 h 3300883"/>
              <a:gd name="connsiteX279" fmla="*/ 4078217 w 11394183"/>
              <a:gd name="connsiteY279" fmla="*/ 2489602 h 3300883"/>
              <a:gd name="connsiteX280" fmla="*/ 4063702 w 11394183"/>
              <a:gd name="connsiteY280" fmla="*/ 2557827 h 3300883"/>
              <a:gd name="connsiteX281" fmla="*/ 3740724 w 11394183"/>
              <a:gd name="connsiteY281" fmla="*/ 3121765 h 3300883"/>
              <a:gd name="connsiteX282" fmla="*/ 3566535 w 11394183"/>
              <a:gd name="connsiteY282" fmla="*/ 3262569 h 3300883"/>
              <a:gd name="connsiteX283" fmla="*/ 3548027 w 11394183"/>
              <a:gd name="connsiteY283" fmla="*/ 3286067 h 3300883"/>
              <a:gd name="connsiteX284" fmla="*/ 3562779 w 11394183"/>
              <a:gd name="connsiteY284" fmla="*/ 3300883 h 3300883"/>
              <a:gd name="connsiteX285" fmla="*/ 4927481 w 11394183"/>
              <a:gd name="connsiteY285" fmla="*/ 3300883 h 3300883"/>
              <a:gd name="connsiteX286" fmla="*/ 6796755 w 11394183"/>
              <a:gd name="connsiteY286" fmla="*/ 3296863 h 3300883"/>
              <a:gd name="connsiteX287" fmla="*/ 9075283 w 11394183"/>
              <a:gd name="connsiteY287" fmla="*/ 3297407 h 3300883"/>
              <a:gd name="connsiteX288" fmla="*/ 9637770 w 11394183"/>
              <a:gd name="connsiteY288" fmla="*/ 3298133 h 3300883"/>
              <a:gd name="connsiteX289" fmla="*/ 9759703 w 11394183"/>
              <a:gd name="connsiteY289" fmla="*/ 3262569 h 3300883"/>
              <a:gd name="connsiteX290" fmla="*/ 10484767 w 11394183"/>
              <a:gd name="connsiteY290" fmla="*/ 2822015 h 3300883"/>
              <a:gd name="connsiteX291" fmla="*/ 11354264 w 11394183"/>
              <a:gd name="connsiteY291" fmla="*/ 2298720 h 3300883"/>
              <a:gd name="connsiteX292" fmla="*/ 11394183 w 11394183"/>
              <a:gd name="connsiteY292" fmla="*/ 2251543 h 3300883"/>
              <a:gd name="connsiteX293" fmla="*/ 11174995 w 11394183"/>
              <a:gd name="connsiteY293" fmla="*/ 2114369 h 3300883"/>
              <a:gd name="connsiteX294" fmla="*/ 9760429 w 11394183"/>
              <a:gd name="connsiteY294" fmla="*/ 1255034 h 3300883"/>
              <a:gd name="connsiteX295" fmla="*/ 9609464 w 11394183"/>
              <a:gd name="connsiteY295" fmla="*/ 1208583 h 3300883"/>
              <a:gd name="connsiteX296" fmla="*/ 6151074 w 11394183"/>
              <a:gd name="connsiteY296" fmla="*/ 1210034 h 3300883"/>
              <a:gd name="connsiteX297" fmla="*/ 3621696 w 11394183"/>
              <a:gd name="connsiteY297" fmla="*/ 1208583 h 3300883"/>
              <a:gd name="connsiteX298" fmla="*/ 3552745 w 11394183"/>
              <a:gd name="connsiteY298" fmla="*/ 1211486 h 3300883"/>
              <a:gd name="connsiteX299" fmla="*/ 3526616 w 11394183"/>
              <a:gd name="connsiteY299" fmla="*/ 1225276 h 3300883"/>
              <a:gd name="connsiteX300" fmla="*/ 3541858 w 11394183"/>
              <a:gd name="connsiteY300" fmla="*/ 1252131 h 3300883"/>
              <a:gd name="connsiteX301" fmla="*/ 3581050 w 11394183"/>
              <a:gd name="connsiteY301" fmla="*/ 1278984 h 3300883"/>
              <a:gd name="connsiteX302" fmla="*/ 4092007 w 11394183"/>
              <a:gd name="connsiteY302" fmla="*/ 2112917 h 3300883"/>
              <a:gd name="connsiteX303" fmla="*/ 4068782 w 11394183"/>
              <a:gd name="connsiteY303" fmla="*/ 2144852 h 3300883"/>
              <a:gd name="connsiteX304" fmla="*/ 3644195 w 11394183"/>
              <a:gd name="connsiteY304" fmla="*/ 2144127 h 3300883"/>
              <a:gd name="connsiteX305" fmla="*/ 3623147 w 11394183"/>
              <a:gd name="connsiteY305" fmla="*/ 2136142 h 3300883"/>
              <a:gd name="connsiteX306" fmla="*/ 3589760 w 11394183"/>
              <a:gd name="connsiteY306" fmla="*/ 2117998 h 3300883"/>
              <a:gd name="connsiteX307" fmla="*/ 3504842 w 11394183"/>
              <a:gd name="connsiteY307" fmla="*/ 2105660 h 3300883"/>
              <a:gd name="connsiteX308" fmla="*/ 3499037 w 11394183"/>
              <a:gd name="connsiteY308" fmla="*/ 2089693 h 3300883"/>
              <a:gd name="connsiteX309" fmla="*/ 3499037 w 11394183"/>
              <a:gd name="connsiteY309" fmla="*/ 1765989 h 3300883"/>
              <a:gd name="connsiteX310" fmla="*/ 3504842 w 11394183"/>
              <a:gd name="connsiteY310" fmla="*/ 1750022 h 3300883"/>
              <a:gd name="connsiteX311" fmla="*/ 3491053 w 11394183"/>
              <a:gd name="connsiteY311" fmla="*/ 1744216 h 3300883"/>
              <a:gd name="connsiteX312" fmla="*/ 3248639 w 11394183"/>
              <a:gd name="connsiteY312" fmla="*/ 1744942 h 3300883"/>
              <a:gd name="connsiteX313" fmla="*/ 3186220 w 11394183"/>
              <a:gd name="connsiteY313" fmla="*/ 1683975 h 3300883"/>
              <a:gd name="connsiteX314" fmla="*/ 3172431 w 11394183"/>
              <a:gd name="connsiteY314" fmla="*/ 1617928 h 3300883"/>
              <a:gd name="connsiteX315" fmla="*/ 3165898 w 11394183"/>
              <a:gd name="connsiteY315" fmla="*/ 1591074 h 3300883"/>
              <a:gd name="connsiteX316" fmla="*/ 3165898 w 11394183"/>
              <a:gd name="connsiteY316" fmla="*/ 1007539 h 3300883"/>
              <a:gd name="connsiteX317" fmla="*/ 3172375 w 11394183"/>
              <a:gd name="connsiteY317" fmla="*/ 980915 h 3300883"/>
              <a:gd name="connsiteX318" fmla="*/ 3171705 w 11394183"/>
              <a:gd name="connsiteY318" fmla="*/ 981410 h 3300883"/>
              <a:gd name="connsiteX319" fmla="*/ 3172431 w 11394183"/>
              <a:gd name="connsiteY319" fmla="*/ 980685 h 3300883"/>
              <a:gd name="connsiteX320" fmla="*/ 3172375 w 11394183"/>
              <a:gd name="connsiteY320" fmla="*/ 980915 h 3300883"/>
              <a:gd name="connsiteX321" fmla="*/ 3184225 w 11394183"/>
              <a:gd name="connsiteY321" fmla="*/ 972157 h 3300883"/>
              <a:gd name="connsiteX322" fmla="*/ 3200011 w 11394183"/>
              <a:gd name="connsiteY322" fmla="*/ 972701 h 3300883"/>
              <a:gd name="connsiteX323" fmla="*/ 3781369 w 11394183"/>
              <a:gd name="connsiteY323" fmla="*/ 972701 h 3300883"/>
              <a:gd name="connsiteX324" fmla="*/ 3809675 w 11394183"/>
              <a:gd name="connsiteY324" fmla="*/ 981410 h 3300883"/>
              <a:gd name="connsiteX325" fmla="*/ 3808949 w 11394183"/>
              <a:gd name="connsiteY325" fmla="*/ 980685 h 3300883"/>
              <a:gd name="connsiteX326" fmla="*/ 3813303 w 11394183"/>
              <a:gd name="connsiteY326" fmla="*/ 984314 h 3300883"/>
              <a:gd name="connsiteX327" fmla="*/ 3811127 w 11394183"/>
              <a:gd name="connsiteY327" fmla="*/ 986491 h 3300883"/>
              <a:gd name="connsiteX328" fmla="*/ 3831448 w 11394183"/>
              <a:gd name="connsiteY328" fmla="*/ 1017700 h 3300883"/>
              <a:gd name="connsiteX329" fmla="*/ 3912011 w 11394183"/>
              <a:gd name="connsiteY329" fmla="*/ 1017700 h 3300883"/>
              <a:gd name="connsiteX330" fmla="*/ 3919269 w 11394183"/>
              <a:gd name="connsiteY330" fmla="*/ 1010442 h 3300883"/>
              <a:gd name="connsiteX331" fmla="*/ 3926527 w 11394183"/>
              <a:gd name="connsiteY331" fmla="*/ 1002459 h 3300883"/>
              <a:gd name="connsiteX332" fmla="*/ 3928705 w 11394183"/>
              <a:gd name="connsiteY332" fmla="*/ 934960 h 3300883"/>
              <a:gd name="connsiteX333" fmla="*/ 3838706 w 11394183"/>
              <a:gd name="connsiteY333" fmla="*/ 922621 h 3300883"/>
              <a:gd name="connsiteX334" fmla="*/ 3790078 w 11394183"/>
              <a:gd name="connsiteY334" fmla="*/ 939315 h 3300883"/>
              <a:gd name="connsiteX335" fmla="*/ 3191301 w 11394183"/>
              <a:gd name="connsiteY335" fmla="*/ 939315 h 3300883"/>
              <a:gd name="connsiteX336" fmla="*/ 3141947 w 11394183"/>
              <a:gd name="connsiteY336" fmla="*/ 987217 h 3300883"/>
              <a:gd name="connsiteX337" fmla="*/ 3141947 w 11394183"/>
              <a:gd name="connsiteY337" fmla="*/ 1596881 h 3300883"/>
              <a:gd name="connsiteX338" fmla="*/ 3117271 w 11394183"/>
              <a:gd name="connsiteY338" fmla="*/ 1630267 h 3300883"/>
              <a:gd name="connsiteX339" fmla="*/ 3049046 w 11394183"/>
              <a:gd name="connsiteY339" fmla="*/ 1702846 h 3300883"/>
              <a:gd name="connsiteX340" fmla="*/ 3049773 w 11394183"/>
              <a:gd name="connsiteY340" fmla="*/ 1724619 h 3300883"/>
              <a:gd name="connsiteX341" fmla="*/ 3030176 w 11394183"/>
              <a:gd name="connsiteY341" fmla="*/ 1746393 h 3300883"/>
              <a:gd name="connsiteX342" fmla="*/ 2968483 w 11394183"/>
              <a:gd name="connsiteY342" fmla="*/ 1746393 h 3300883"/>
              <a:gd name="connsiteX343" fmla="*/ 2909695 w 11394183"/>
              <a:gd name="connsiteY343" fmla="*/ 1689782 h 3300883"/>
              <a:gd name="connsiteX344" fmla="*/ 2874131 w 11394183"/>
              <a:gd name="connsiteY344" fmla="*/ 1617928 h 3300883"/>
              <a:gd name="connsiteX345" fmla="*/ 2863970 w 11394183"/>
              <a:gd name="connsiteY345" fmla="*/ 1584542 h 3300883"/>
              <a:gd name="connsiteX346" fmla="*/ 2863970 w 11394183"/>
              <a:gd name="connsiteY346" fmla="*/ 535775 h 3300883"/>
              <a:gd name="connsiteX347" fmla="*/ 2871228 w 11394183"/>
              <a:gd name="connsiteY347" fmla="*/ 502389 h 3300883"/>
              <a:gd name="connsiteX348" fmla="*/ 2870501 w 11394183"/>
              <a:gd name="connsiteY348" fmla="*/ 503114 h 3300883"/>
              <a:gd name="connsiteX349" fmla="*/ 2906066 w 11394183"/>
              <a:gd name="connsiteY349" fmla="*/ 494405 h 3300883"/>
              <a:gd name="connsiteX350" fmla="*/ 3344443 w 11394183"/>
              <a:gd name="connsiteY350" fmla="*/ 495131 h 3300883"/>
              <a:gd name="connsiteX351" fmla="*/ 3378556 w 11394183"/>
              <a:gd name="connsiteY351" fmla="*/ 460293 h 3300883"/>
              <a:gd name="connsiteX352" fmla="*/ 3378556 w 11394183"/>
              <a:gd name="connsiteY352" fmla="*/ 206266 h 3300883"/>
              <a:gd name="connsiteX353" fmla="*/ 3393071 w 11394183"/>
              <a:gd name="connsiteY353" fmla="*/ 176509 h 3300883"/>
              <a:gd name="connsiteX354" fmla="*/ 3414845 w 11394183"/>
              <a:gd name="connsiteY354" fmla="*/ 154735 h 3300883"/>
              <a:gd name="connsiteX355" fmla="*/ 3417022 w 11394183"/>
              <a:gd name="connsiteY355" fmla="*/ 92317 h 3300883"/>
              <a:gd name="connsiteX356" fmla="*/ 3349523 w 11394183"/>
              <a:gd name="connsiteY356" fmla="*/ 62560 h 3300883"/>
              <a:gd name="connsiteX357" fmla="*/ 3300169 w 11394183"/>
              <a:gd name="connsiteY357" fmla="*/ 109736 h 3300883"/>
              <a:gd name="connsiteX358" fmla="*/ 3330653 w 11394183"/>
              <a:gd name="connsiteY358" fmla="*/ 180863 h 3300883"/>
              <a:gd name="connsiteX359" fmla="*/ 3352427 w 11394183"/>
              <a:gd name="connsiteY359" fmla="*/ 224411 h 3300883"/>
              <a:gd name="connsiteX360" fmla="*/ 3353153 w 11394183"/>
              <a:gd name="connsiteY360" fmla="*/ 438519 h 3300883"/>
              <a:gd name="connsiteX361" fmla="*/ 3319041 w 11394183"/>
              <a:gd name="connsiteY361" fmla="*/ 472632 h 3300883"/>
              <a:gd name="connsiteX362" fmla="*/ 2869050 w 11394183"/>
              <a:gd name="connsiteY362" fmla="*/ 471179 h 3300883"/>
              <a:gd name="connsiteX363" fmla="*/ 2825503 w 11394183"/>
              <a:gd name="connsiteY363" fmla="*/ 513276 h 3300883"/>
              <a:gd name="connsiteX364" fmla="*/ 2826955 w 11394183"/>
              <a:gd name="connsiteY364" fmla="*/ 1601961 h 3300883"/>
              <a:gd name="connsiteX365" fmla="*/ 2800100 w 11394183"/>
              <a:gd name="connsiteY365" fmla="*/ 1631719 h 3300883"/>
              <a:gd name="connsiteX366" fmla="*/ 2768891 w 11394183"/>
              <a:gd name="connsiteY366" fmla="*/ 1661476 h 3300883"/>
              <a:gd name="connsiteX367" fmla="*/ 2768891 w 11394183"/>
              <a:gd name="connsiteY367" fmla="*/ 1686878 h 3300883"/>
              <a:gd name="connsiteX368" fmla="*/ 2708650 w 11394183"/>
              <a:gd name="connsiteY368" fmla="*/ 1747845 h 3300883"/>
              <a:gd name="connsiteX369" fmla="*/ 2626636 w 11394183"/>
              <a:gd name="connsiteY369" fmla="*/ 1667282 h 3300883"/>
              <a:gd name="connsiteX370" fmla="*/ 2593976 w 11394183"/>
              <a:gd name="connsiteY370" fmla="*/ 1631719 h 3300883"/>
              <a:gd name="connsiteX371" fmla="*/ 2570751 w 11394183"/>
              <a:gd name="connsiteY371" fmla="*/ 1619380 h 3300883"/>
              <a:gd name="connsiteX372" fmla="*/ 2566396 w 11394183"/>
              <a:gd name="connsiteY372" fmla="*/ 1580914 h 3300883"/>
              <a:gd name="connsiteX373" fmla="*/ 2566396 w 11394183"/>
              <a:gd name="connsiteY373" fmla="*/ 137317 h 3300883"/>
              <a:gd name="connsiteX374" fmla="*/ 2573653 w 11394183"/>
              <a:gd name="connsiteY374" fmla="*/ 104655 h 3300883"/>
              <a:gd name="connsiteX375" fmla="*/ 2573653 w 11394183"/>
              <a:gd name="connsiteY375" fmla="*/ 105382 h 3300883"/>
              <a:gd name="connsiteX376" fmla="*/ 2580912 w 11394183"/>
              <a:gd name="connsiteY376" fmla="*/ 97398 h 3300883"/>
              <a:gd name="connsiteX377" fmla="*/ 2588896 w 11394183"/>
              <a:gd name="connsiteY377" fmla="*/ 40786 h 3300883"/>
              <a:gd name="connsiteX378" fmla="*/ 2529381 w 11394183"/>
              <a:gd name="connsiteY378" fmla="*/ 142 h 3300883"/>
              <a:gd name="connsiteX0" fmla="*/ 3168075 w 11394183"/>
              <a:gd name="connsiteY0" fmla="*/ 3011446 h 3300883"/>
              <a:gd name="connsiteX1" fmla="*/ 3141946 w 11394183"/>
              <a:gd name="connsiteY1" fmla="*/ 3047736 h 3300883"/>
              <a:gd name="connsiteX2" fmla="*/ 3141946 w 11394183"/>
              <a:gd name="connsiteY2" fmla="*/ 3300883 h 3300883"/>
              <a:gd name="connsiteX3" fmla="*/ 3165898 w 11394183"/>
              <a:gd name="connsiteY3" fmla="*/ 3300883 h 3300883"/>
              <a:gd name="connsiteX4" fmla="*/ 3165898 w 11394183"/>
              <a:gd name="connsiteY4" fmla="*/ 3029591 h 3300883"/>
              <a:gd name="connsiteX5" fmla="*/ 3168075 w 11394183"/>
              <a:gd name="connsiteY5" fmla="*/ 3011446 h 3300883"/>
              <a:gd name="connsiteX6" fmla="*/ 2591366 w 11394183"/>
              <a:gd name="connsiteY6" fmla="*/ 3007317 h 3300883"/>
              <a:gd name="connsiteX7" fmla="*/ 2577282 w 11394183"/>
              <a:gd name="connsiteY7" fmla="*/ 3041202 h 3300883"/>
              <a:gd name="connsiteX8" fmla="*/ 2577491 w 11394183"/>
              <a:gd name="connsiteY8" fmla="*/ 3300883 h 3300883"/>
              <a:gd name="connsiteX9" fmla="*/ 2606313 w 11394183"/>
              <a:gd name="connsiteY9" fmla="*/ 3300883 h 3300883"/>
              <a:gd name="connsiteX10" fmla="*/ 2606313 w 11394183"/>
              <a:gd name="connsiteY10" fmla="*/ 3041928 h 3300883"/>
              <a:gd name="connsiteX11" fmla="*/ 2610667 w 11394183"/>
              <a:gd name="connsiteY11" fmla="*/ 3013622 h 3300883"/>
              <a:gd name="connsiteX12" fmla="*/ 2591366 w 11394183"/>
              <a:gd name="connsiteY12" fmla="*/ 3007317 h 3300883"/>
              <a:gd name="connsiteX13" fmla="*/ 2903083 w 11394183"/>
              <a:gd name="connsiteY13" fmla="*/ 3005447 h 3300883"/>
              <a:gd name="connsiteX14" fmla="*/ 2887195 w 11394183"/>
              <a:gd name="connsiteY14" fmla="*/ 3009994 h 3300883"/>
              <a:gd name="connsiteX15" fmla="*/ 2877033 w 11394183"/>
              <a:gd name="connsiteY15" fmla="*/ 3048460 h 3300883"/>
              <a:gd name="connsiteX16" fmla="*/ 2877033 w 11394183"/>
              <a:gd name="connsiteY16" fmla="*/ 3300883 h 3300883"/>
              <a:gd name="connsiteX17" fmla="*/ 2924210 w 11394183"/>
              <a:gd name="connsiteY17" fmla="*/ 3300883 h 3300883"/>
              <a:gd name="connsiteX18" fmla="*/ 2924210 w 11394183"/>
              <a:gd name="connsiteY18" fmla="*/ 3039025 h 3300883"/>
              <a:gd name="connsiteX19" fmla="*/ 2903083 w 11394183"/>
              <a:gd name="connsiteY19" fmla="*/ 3005447 h 3300883"/>
              <a:gd name="connsiteX20" fmla="*/ 1413840 w 11394183"/>
              <a:gd name="connsiteY20" fmla="*/ 2870642 h 3300883"/>
              <a:gd name="connsiteX21" fmla="*/ 1414566 w 11394183"/>
              <a:gd name="connsiteY21" fmla="*/ 2874271 h 3300883"/>
              <a:gd name="connsiteX22" fmla="*/ 1228038 w 11394183"/>
              <a:gd name="connsiteY22" fmla="*/ 2874271 h 3300883"/>
              <a:gd name="connsiteX23" fmla="*/ 1228038 w 11394183"/>
              <a:gd name="connsiteY23" fmla="*/ 2870642 h 3300883"/>
              <a:gd name="connsiteX24" fmla="*/ 1413840 w 11394183"/>
              <a:gd name="connsiteY24" fmla="*/ 2870642 h 3300883"/>
              <a:gd name="connsiteX25" fmla="*/ 3635032 w 11394183"/>
              <a:gd name="connsiteY25" fmla="*/ 2179418 h 3300883"/>
              <a:gd name="connsiteX26" fmla="*/ 3649275 w 11394183"/>
              <a:gd name="connsiteY26" fmla="*/ 2179690 h 3300883"/>
              <a:gd name="connsiteX27" fmla="*/ 4079669 w 11394183"/>
              <a:gd name="connsiteY27" fmla="*/ 2179690 h 3300883"/>
              <a:gd name="connsiteX28" fmla="*/ 4093459 w 11394183"/>
              <a:gd name="connsiteY28" fmla="*/ 2186222 h 3300883"/>
              <a:gd name="connsiteX29" fmla="*/ 3622421 w 11394183"/>
              <a:gd name="connsiteY29" fmla="*/ 2186222 h 3300883"/>
              <a:gd name="connsiteX30" fmla="*/ 3624598 w 11394183"/>
              <a:gd name="connsiteY30" fmla="*/ 2190577 h 3300883"/>
              <a:gd name="connsiteX31" fmla="*/ 4062975 w 11394183"/>
              <a:gd name="connsiteY31" fmla="*/ 2190577 h 3300883"/>
              <a:gd name="connsiteX32" fmla="*/ 4102168 w 11394183"/>
              <a:gd name="connsiteY32" fmla="*/ 2228318 h 3300883"/>
              <a:gd name="connsiteX33" fmla="*/ 4093459 w 11394183"/>
              <a:gd name="connsiteY33" fmla="*/ 2416298 h 3300883"/>
              <a:gd name="connsiteX34" fmla="*/ 4059347 w 11394183"/>
              <a:gd name="connsiteY34" fmla="*/ 2447507 h 3300883"/>
              <a:gd name="connsiteX35" fmla="*/ 3650000 w 11394183"/>
              <a:gd name="connsiteY35" fmla="*/ 2447507 h 3300883"/>
              <a:gd name="connsiteX36" fmla="*/ 3621696 w 11394183"/>
              <a:gd name="connsiteY36" fmla="*/ 2418475 h 3300883"/>
              <a:gd name="connsiteX37" fmla="*/ 3598470 w 11394183"/>
              <a:gd name="connsiteY37" fmla="*/ 2396702 h 3300883"/>
              <a:gd name="connsiteX38" fmla="*/ 3504842 w 11394183"/>
              <a:gd name="connsiteY38" fmla="*/ 2387266 h 3300883"/>
              <a:gd name="connsiteX39" fmla="*/ 3506294 w 11394183"/>
              <a:gd name="connsiteY39" fmla="*/ 2251543 h 3300883"/>
              <a:gd name="connsiteX40" fmla="*/ 3618791 w 11394183"/>
              <a:gd name="connsiteY40" fmla="*/ 2250818 h 3300883"/>
              <a:gd name="connsiteX41" fmla="*/ 3620969 w 11394183"/>
              <a:gd name="connsiteY41" fmla="*/ 2195657 h 3300883"/>
              <a:gd name="connsiteX42" fmla="*/ 3622421 w 11394183"/>
              <a:gd name="connsiteY42" fmla="*/ 2186222 h 3300883"/>
              <a:gd name="connsiteX43" fmla="*/ 3635032 w 11394183"/>
              <a:gd name="connsiteY43" fmla="*/ 2179418 h 3300883"/>
              <a:gd name="connsiteX44" fmla="*/ 76208 w 11394183"/>
              <a:gd name="connsiteY44" fmla="*/ 1218744 h 3300883"/>
              <a:gd name="connsiteX45" fmla="*/ 0 w 11394183"/>
              <a:gd name="connsiteY45" fmla="*/ 1294951 h 3300883"/>
              <a:gd name="connsiteX46" fmla="*/ 0 w 11394183"/>
              <a:gd name="connsiteY46" fmla="*/ 1338499 h 3300883"/>
              <a:gd name="connsiteX47" fmla="*/ 0 w 11394183"/>
              <a:gd name="connsiteY47" fmla="*/ 3206684 h 3300883"/>
              <a:gd name="connsiteX48" fmla="*/ 1452 w 11394183"/>
              <a:gd name="connsiteY48" fmla="*/ 3264747 h 3300883"/>
              <a:gd name="connsiteX49" fmla="*/ 5988 w 11394183"/>
              <a:gd name="connsiteY49" fmla="*/ 3287337 h 3300883"/>
              <a:gd name="connsiteX50" fmla="*/ 19459 w 11394183"/>
              <a:gd name="connsiteY50" fmla="*/ 3300883 h 3300883"/>
              <a:gd name="connsiteX51" fmla="*/ 25633 w 11394183"/>
              <a:gd name="connsiteY51" fmla="*/ 3300883 h 3300883"/>
              <a:gd name="connsiteX52" fmla="*/ 26219 w 11394183"/>
              <a:gd name="connsiteY52" fmla="*/ 3300311 h 3300883"/>
              <a:gd name="connsiteX53" fmla="*/ 26699 w 11394183"/>
              <a:gd name="connsiteY53" fmla="*/ 3300883 h 3300883"/>
              <a:gd name="connsiteX54" fmla="*/ 1001629 w 11394183"/>
              <a:gd name="connsiteY54" fmla="*/ 3300883 h 3300883"/>
              <a:gd name="connsiteX55" fmla="*/ 1038606 w 11394183"/>
              <a:gd name="connsiteY55" fmla="*/ 3290150 h 3300883"/>
              <a:gd name="connsiteX56" fmla="*/ 997236 w 11394183"/>
              <a:gd name="connsiteY56" fmla="*/ 3251683 h 3300883"/>
              <a:gd name="connsiteX57" fmla="*/ 706920 w 11394183"/>
              <a:gd name="connsiteY57" fmla="*/ 2937416 h 3300883"/>
              <a:gd name="connsiteX58" fmla="*/ 566116 w 11394183"/>
              <a:gd name="connsiteY58" fmla="*/ 2610810 h 3300883"/>
              <a:gd name="connsiteX59" fmla="*/ 553779 w 11394183"/>
              <a:gd name="connsiteY59" fmla="*/ 2577424 h 3300883"/>
              <a:gd name="connsiteX60" fmla="*/ 545795 w 11394183"/>
              <a:gd name="connsiteY60" fmla="*/ 2556376 h 3300883"/>
              <a:gd name="connsiteX61" fmla="*/ 521117 w 11394183"/>
              <a:gd name="connsiteY61" fmla="*/ 2426459 h 3300883"/>
              <a:gd name="connsiteX62" fmla="*/ 528376 w 11394183"/>
              <a:gd name="connsiteY62" fmla="*/ 2095499 h 3300883"/>
              <a:gd name="connsiteX63" fmla="*/ 538537 w 11394183"/>
              <a:gd name="connsiteY63" fmla="*/ 2069371 h 3300883"/>
              <a:gd name="connsiteX64" fmla="*/ 538537 w 11394183"/>
              <a:gd name="connsiteY64" fmla="*/ 2066467 h 3300883"/>
              <a:gd name="connsiteX65" fmla="*/ 593697 w 11394183"/>
              <a:gd name="connsiteY65" fmla="*/ 1850181 h 3300883"/>
              <a:gd name="connsiteX66" fmla="*/ 880384 w 11394183"/>
              <a:gd name="connsiteY66" fmla="*/ 1419788 h 3300883"/>
              <a:gd name="connsiteX67" fmla="*/ 909415 w 11394183"/>
              <a:gd name="connsiteY67" fmla="*/ 1403095 h 3300883"/>
              <a:gd name="connsiteX68" fmla="*/ 981269 w 11394183"/>
              <a:gd name="connsiteY68" fmla="*/ 1331967 h 3300883"/>
              <a:gd name="connsiteX69" fmla="*/ 1085057 w 11394183"/>
              <a:gd name="connsiteY69" fmla="*/ 1260114 h 3300883"/>
              <a:gd name="connsiteX70" fmla="*/ 1107556 w 11394183"/>
              <a:gd name="connsiteY70" fmla="*/ 1230357 h 3300883"/>
              <a:gd name="connsiteX71" fmla="*/ 1066912 w 11394183"/>
              <a:gd name="connsiteY71" fmla="*/ 1219469 h 3300883"/>
              <a:gd name="connsiteX72" fmla="*/ 76208 w 11394183"/>
              <a:gd name="connsiteY72" fmla="*/ 1218744 h 3300883"/>
              <a:gd name="connsiteX73" fmla="*/ 2529381 w 11394183"/>
              <a:gd name="connsiteY73" fmla="*/ 142 h 3300883"/>
              <a:gd name="connsiteX74" fmla="*/ 2466963 w 11394183"/>
              <a:gd name="connsiteY74" fmla="*/ 46592 h 3300883"/>
              <a:gd name="connsiteX75" fmla="*/ 2497445 w 11394183"/>
              <a:gd name="connsiteY75" fmla="*/ 111914 h 3300883"/>
              <a:gd name="connsiteX76" fmla="*/ 2527929 w 11394183"/>
              <a:gd name="connsiteY76" fmla="*/ 169977 h 3300883"/>
              <a:gd name="connsiteX77" fmla="*/ 2527203 w 11394183"/>
              <a:gd name="connsiteY77" fmla="*/ 1443739 h 3300883"/>
              <a:gd name="connsiteX78" fmla="*/ 2527203 w 11394183"/>
              <a:gd name="connsiteY78" fmla="*/ 1603413 h 3300883"/>
              <a:gd name="connsiteX79" fmla="*/ 2517042 w 11394183"/>
              <a:gd name="connsiteY79" fmla="*/ 1630267 h 3300883"/>
              <a:gd name="connsiteX80" fmla="*/ 2491640 w 11394183"/>
              <a:gd name="connsiteY80" fmla="*/ 1671637 h 3300883"/>
              <a:gd name="connsiteX81" fmla="*/ 2491640 w 11394183"/>
              <a:gd name="connsiteY81" fmla="*/ 1722443 h 3300883"/>
              <a:gd name="connsiteX82" fmla="*/ 2467688 w 11394183"/>
              <a:gd name="connsiteY82" fmla="*/ 1748571 h 3300883"/>
              <a:gd name="connsiteX83" fmla="*/ 2373335 w 11394183"/>
              <a:gd name="connsiteY83" fmla="*/ 1748571 h 3300883"/>
              <a:gd name="connsiteX84" fmla="*/ 2349384 w 11394183"/>
              <a:gd name="connsiteY84" fmla="*/ 1721716 h 3300883"/>
              <a:gd name="connsiteX85" fmla="*/ 2349384 w 11394183"/>
              <a:gd name="connsiteY85" fmla="*/ 1649137 h 3300883"/>
              <a:gd name="connsiteX86" fmla="*/ 2337046 w 11394183"/>
              <a:gd name="connsiteY86" fmla="*/ 1630993 h 3300883"/>
              <a:gd name="connsiteX87" fmla="*/ 2310918 w 11394183"/>
              <a:gd name="connsiteY87" fmla="*/ 1601961 h 3300883"/>
              <a:gd name="connsiteX88" fmla="*/ 2310918 w 11394183"/>
              <a:gd name="connsiteY88" fmla="*/ 861655 h 3300883"/>
              <a:gd name="connsiteX89" fmla="*/ 2322530 w 11394183"/>
              <a:gd name="connsiteY89" fmla="*/ 805769 h 3300883"/>
              <a:gd name="connsiteX90" fmla="*/ 2265193 w 11394183"/>
              <a:gd name="connsiteY90" fmla="*/ 717949 h 3300883"/>
              <a:gd name="connsiteX91" fmla="*/ 2207130 w 11394183"/>
              <a:gd name="connsiteY91" fmla="*/ 781093 h 3300883"/>
              <a:gd name="connsiteX92" fmla="*/ 2253580 w 11394183"/>
              <a:gd name="connsiteY92" fmla="*/ 838430 h 3300883"/>
              <a:gd name="connsiteX93" fmla="*/ 2277531 w 11394183"/>
              <a:gd name="connsiteY93" fmla="*/ 877622 h 3300883"/>
              <a:gd name="connsiteX94" fmla="*/ 2278257 w 11394183"/>
              <a:gd name="connsiteY94" fmla="*/ 1596155 h 3300883"/>
              <a:gd name="connsiteX95" fmla="*/ 2241242 w 11394183"/>
              <a:gd name="connsiteY95" fmla="*/ 1631719 h 3300883"/>
              <a:gd name="connsiteX96" fmla="*/ 2205678 w 11394183"/>
              <a:gd name="connsiteY96" fmla="*/ 1666557 h 3300883"/>
              <a:gd name="connsiteX97" fmla="*/ 2204952 w 11394183"/>
              <a:gd name="connsiteY97" fmla="*/ 1742764 h 3300883"/>
              <a:gd name="connsiteX98" fmla="*/ 2123665 w 11394183"/>
              <a:gd name="connsiteY98" fmla="*/ 1747845 h 3300883"/>
              <a:gd name="connsiteX99" fmla="*/ 2101890 w 11394183"/>
              <a:gd name="connsiteY99" fmla="*/ 1747845 h 3300883"/>
              <a:gd name="connsiteX100" fmla="*/ 2074309 w 11394183"/>
              <a:gd name="connsiteY100" fmla="*/ 1720265 h 3300883"/>
              <a:gd name="connsiteX101" fmla="*/ 2074309 w 11394183"/>
              <a:gd name="connsiteY101" fmla="*/ 1630993 h 3300883"/>
              <a:gd name="connsiteX102" fmla="*/ 2008989 w 11394183"/>
              <a:gd name="connsiteY102" fmla="*/ 1618655 h 3300883"/>
              <a:gd name="connsiteX103" fmla="*/ 2002456 w 11394183"/>
              <a:gd name="connsiteY103" fmla="*/ 1599058 h 3300883"/>
              <a:gd name="connsiteX104" fmla="*/ 2002456 w 11394183"/>
              <a:gd name="connsiteY104" fmla="*/ 1135278 h 3300883"/>
              <a:gd name="connsiteX105" fmla="*/ 2005359 w 11394183"/>
              <a:gd name="connsiteY105" fmla="*/ 1117859 h 3300883"/>
              <a:gd name="connsiteX106" fmla="*/ 1660609 w 11394183"/>
              <a:gd name="connsiteY106" fmla="*/ 1117859 h 3300883"/>
              <a:gd name="connsiteX107" fmla="*/ 1623594 w 11394183"/>
              <a:gd name="connsiteY107" fmla="*/ 1104795 h 3300883"/>
              <a:gd name="connsiteX108" fmla="*/ 1617788 w 11394183"/>
              <a:gd name="connsiteY108" fmla="*/ 1073586 h 3300883"/>
              <a:gd name="connsiteX109" fmla="*/ 1617788 w 11394183"/>
              <a:gd name="connsiteY109" fmla="*/ 606177 h 3300883"/>
              <a:gd name="connsiteX110" fmla="*/ 1623594 w 11394183"/>
              <a:gd name="connsiteY110" fmla="*/ 575693 h 3300883"/>
              <a:gd name="connsiteX111" fmla="*/ 1623594 w 11394183"/>
              <a:gd name="connsiteY111" fmla="*/ 576420 h 3300883"/>
              <a:gd name="connsiteX112" fmla="*/ 1631577 w 11394183"/>
              <a:gd name="connsiteY112" fmla="*/ 561903 h 3300883"/>
              <a:gd name="connsiteX113" fmla="*/ 1640287 w 11394183"/>
              <a:gd name="connsiteY113" fmla="*/ 498760 h 3300883"/>
              <a:gd name="connsiteX114" fmla="*/ 1579321 w 11394183"/>
              <a:gd name="connsiteY114" fmla="*/ 467551 h 3300883"/>
              <a:gd name="connsiteX115" fmla="*/ 1526338 w 11394183"/>
              <a:gd name="connsiteY115" fmla="*/ 523437 h 3300883"/>
              <a:gd name="connsiteX116" fmla="*/ 1551015 w 11394183"/>
              <a:gd name="connsiteY116" fmla="*/ 578596 h 3300883"/>
              <a:gd name="connsiteX117" fmla="*/ 1581498 w 11394183"/>
              <a:gd name="connsiteY117" fmla="*/ 629402 h 3300883"/>
              <a:gd name="connsiteX118" fmla="*/ 1581498 w 11394183"/>
              <a:gd name="connsiteY118" fmla="*/ 1122214 h 3300883"/>
              <a:gd name="connsiteX119" fmla="*/ 1585853 w 11394183"/>
              <a:gd name="connsiteY119" fmla="*/ 1149068 h 3300883"/>
              <a:gd name="connsiteX120" fmla="*/ 1615610 w 11394183"/>
              <a:gd name="connsiteY120" fmla="*/ 1141084 h 3300883"/>
              <a:gd name="connsiteX121" fmla="*/ 1943667 w 11394183"/>
              <a:gd name="connsiteY121" fmla="*/ 1141084 h 3300883"/>
              <a:gd name="connsiteX122" fmla="*/ 1972699 w 11394183"/>
              <a:gd name="connsiteY122" fmla="*/ 1149793 h 3300883"/>
              <a:gd name="connsiteX123" fmla="*/ 1979957 w 11394183"/>
              <a:gd name="connsiteY123" fmla="*/ 1165761 h 3300883"/>
              <a:gd name="connsiteX124" fmla="*/ 1980683 w 11394183"/>
              <a:gd name="connsiteY124" fmla="*/ 1611396 h 3300883"/>
              <a:gd name="connsiteX125" fmla="*/ 1968344 w 11394183"/>
              <a:gd name="connsiteY125" fmla="*/ 1630267 h 3300883"/>
              <a:gd name="connsiteX126" fmla="*/ 1938587 w 11394183"/>
              <a:gd name="connsiteY126" fmla="*/ 1673814 h 3300883"/>
              <a:gd name="connsiteX127" fmla="*/ 1939313 w 11394183"/>
              <a:gd name="connsiteY127" fmla="*/ 1724619 h 3300883"/>
              <a:gd name="connsiteX128" fmla="*/ 1916087 w 11394183"/>
              <a:gd name="connsiteY128" fmla="*/ 1747845 h 3300883"/>
              <a:gd name="connsiteX129" fmla="*/ 1821734 w 11394183"/>
              <a:gd name="connsiteY129" fmla="*/ 1747845 h 3300883"/>
              <a:gd name="connsiteX130" fmla="*/ 1797784 w 11394183"/>
              <a:gd name="connsiteY130" fmla="*/ 1720991 h 3300883"/>
              <a:gd name="connsiteX131" fmla="*/ 1797784 w 11394183"/>
              <a:gd name="connsiteY131" fmla="*/ 1648412 h 3300883"/>
              <a:gd name="connsiteX132" fmla="*/ 1783993 w 11394183"/>
              <a:gd name="connsiteY132" fmla="*/ 1629541 h 3300883"/>
              <a:gd name="connsiteX133" fmla="*/ 1760768 w 11394183"/>
              <a:gd name="connsiteY133" fmla="*/ 1599784 h 3300883"/>
              <a:gd name="connsiteX134" fmla="*/ 1760768 w 11394183"/>
              <a:gd name="connsiteY134" fmla="*/ 1367531 h 3300883"/>
              <a:gd name="connsiteX135" fmla="*/ 1726656 w 11394183"/>
              <a:gd name="connsiteY135" fmla="*/ 1333418 h 3300883"/>
              <a:gd name="connsiteX136" fmla="*/ 1349971 w 11394183"/>
              <a:gd name="connsiteY136" fmla="*/ 1334145 h 3300883"/>
              <a:gd name="connsiteX137" fmla="*/ 1301343 w 11394183"/>
              <a:gd name="connsiteY137" fmla="*/ 1318178 h 3300883"/>
              <a:gd name="connsiteX138" fmla="*/ 1212797 w 11394183"/>
              <a:gd name="connsiteY138" fmla="*/ 1320354 h 3300883"/>
              <a:gd name="connsiteX139" fmla="*/ 1212071 w 11394183"/>
              <a:gd name="connsiteY139" fmla="*/ 1411078 h 3300883"/>
              <a:gd name="connsiteX140" fmla="*/ 1299166 w 11394183"/>
              <a:gd name="connsiteY140" fmla="*/ 1409626 h 3300883"/>
              <a:gd name="connsiteX141" fmla="*/ 1307149 w 11394183"/>
              <a:gd name="connsiteY141" fmla="*/ 1395111 h 3300883"/>
              <a:gd name="connsiteX142" fmla="*/ 1307149 w 11394183"/>
              <a:gd name="connsiteY142" fmla="*/ 1395837 h 3300883"/>
              <a:gd name="connsiteX143" fmla="*/ 1353600 w 11394183"/>
              <a:gd name="connsiteY143" fmla="*/ 1352289 h 3300883"/>
              <a:gd name="connsiteX144" fmla="*/ 1683835 w 11394183"/>
              <a:gd name="connsiteY144" fmla="*/ 1353015 h 3300883"/>
              <a:gd name="connsiteX145" fmla="*/ 1707060 w 11394183"/>
              <a:gd name="connsiteY145" fmla="*/ 1372612 h 3300883"/>
              <a:gd name="connsiteX146" fmla="*/ 1713592 w 11394183"/>
              <a:gd name="connsiteY146" fmla="*/ 1400191 h 3300883"/>
              <a:gd name="connsiteX147" fmla="*/ 1715043 w 11394183"/>
              <a:gd name="connsiteY147" fmla="*/ 1614299 h 3300883"/>
              <a:gd name="connsiteX148" fmla="*/ 1696899 w 11394183"/>
              <a:gd name="connsiteY148" fmla="*/ 1630267 h 3300883"/>
              <a:gd name="connsiteX149" fmla="*/ 1661335 w 11394183"/>
              <a:gd name="connsiteY149" fmla="*/ 1670911 h 3300883"/>
              <a:gd name="connsiteX150" fmla="*/ 1662061 w 11394183"/>
              <a:gd name="connsiteY150" fmla="*/ 1718087 h 3300883"/>
              <a:gd name="connsiteX151" fmla="*/ 1633030 w 11394183"/>
              <a:gd name="connsiteY151" fmla="*/ 1747119 h 3300883"/>
              <a:gd name="connsiteX152" fmla="*/ 1545934 w 11394183"/>
              <a:gd name="connsiteY152" fmla="*/ 1747119 h 3300883"/>
              <a:gd name="connsiteX153" fmla="*/ 1519080 w 11394183"/>
              <a:gd name="connsiteY153" fmla="*/ 1719540 h 3300883"/>
              <a:gd name="connsiteX154" fmla="*/ 1519080 w 11394183"/>
              <a:gd name="connsiteY154" fmla="*/ 1668734 h 3300883"/>
              <a:gd name="connsiteX155" fmla="*/ 1495129 w 11394183"/>
              <a:gd name="connsiteY155" fmla="*/ 1617928 h 3300883"/>
              <a:gd name="connsiteX156" fmla="*/ 1490048 w 11394183"/>
              <a:gd name="connsiteY156" fmla="*/ 1504706 h 3300883"/>
              <a:gd name="connsiteX157" fmla="*/ 1465372 w 11394183"/>
              <a:gd name="connsiteY157" fmla="*/ 1499625 h 3300883"/>
              <a:gd name="connsiteX158" fmla="*/ 934093 w 11394183"/>
              <a:gd name="connsiteY158" fmla="*/ 1499625 h 3300883"/>
              <a:gd name="connsiteX159" fmla="*/ 833208 w 11394183"/>
              <a:gd name="connsiteY159" fmla="*/ 1502528 h 3300883"/>
              <a:gd name="connsiteX160" fmla="*/ 794741 w 11394183"/>
              <a:gd name="connsiteY160" fmla="*/ 1533737 h 3300883"/>
              <a:gd name="connsiteX161" fmla="*/ 898529 w 11394183"/>
              <a:gd name="connsiteY161" fmla="*/ 1533737 h 3300883"/>
              <a:gd name="connsiteX162" fmla="*/ 1415292 w 11394183"/>
              <a:gd name="connsiteY162" fmla="*/ 1533737 h 3300883"/>
              <a:gd name="connsiteX163" fmla="*/ 1450130 w 11394183"/>
              <a:gd name="connsiteY163" fmla="*/ 1543898 h 3300883"/>
              <a:gd name="connsiteX164" fmla="*/ 1452307 w 11394183"/>
              <a:gd name="connsiteY164" fmla="*/ 1580187 h 3300883"/>
              <a:gd name="connsiteX165" fmla="*/ 1408034 w 11394183"/>
              <a:gd name="connsiteY165" fmla="*/ 1629541 h 3300883"/>
              <a:gd name="connsiteX166" fmla="*/ 1384083 w 11394183"/>
              <a:gd name="connsiteY166" fmla="*/ 1652766 h 3300883"/>
              <a:gd name="connsiteX167" fmla="*/ 1384083 w 11394183"/>
              <a:gd name="connsiteY167" fmla="*/ 1663653 h 3300883"/>
              <a:gd name="connsiteX168" fmla="*/ 1299891 w 11394183"/>
              <a:gd name="connsiteY168" fmla="*/ 1744942 h 3300883"/>
              <a:gd name="connsiteX169" fmla="*/ 1211345 w 11394183"/>
              <a:gd name="connsiteY169" fmla="*/ 1834214 h 3300883"/>
              <a:gd name="connsiteX170" fmla="*/ 1211345 w 11394183"/>
              <a:gd name="connsiteY170" fmla="*/ 1961227 h 3300883"/>
              <a:gd name="connsiteX171" fmla="*/ 1184491 w 11394183"/>
              <a:gd name="connsiteY171" fmla="*/ 1988082 h 3300883"/>
              <a:gd name="connsiteX172" fmla="*/ 1137315 w 11394183"/>
              <a:gd name="connsiteY172" fmla="*/ 1988082 h 3300883"/>
              <a:gd name="connsiteX173" fmla="*/ 1090864 w 11394183"/>
              <a:gd name="connsiteY173" fmla="*/ 2009129 h 3300883"/>
              <a:gd name="connsiteX174" fmla="*/ 1057477 w 11394183"/>
              <a:gd name="connsiteY174" fmla="*/ 2016388 h 3300883"/>
              <a:gd name="connsiteX175" fmla="*/ 557408 w 11394183"/>
              <a:gd name="connsiteY175" fmla="*/ 2014210 h 3300883"/>
              <a:gd name="connsiteX176" fmla="*/ 586439 w 11394183"/>
              <a:gd name="connsiteY176" fmla="*/ 2049048 h 3300883"/>
              <a:gd name="connsiteX177" fmla="*/ 1056026 w 11394183"/>
              <a:gd name="connsiteY177" fmla="*/ 2049048 h 3300883"/>
              <a:gd name="connsiteX178" fmla="*/ 1090864 w 11394183"/>
              <a:gd name="connsiteY178" fmla="*/ 2059209 h 3300883"/>
              <a:gd name="connsiteX179" fmla="*/ 1094493 w 11394183"/>
              <a:gd name="connsiteY179" fmla="*/ 2116546 h 3300883"/>
              <a:gd name="connsiteX180" fmla="*/ 1206991 w 11394183"/>
              <a:gd name="connsiteY180" fmla="*/ 2122353 h 3300883"/>
              <a:gd name="connsiteX181" fmla="*/ 1210619 w 11394183"/>
              <a:gd name="connsiteY181" fmla="*/ 2245011 h 3300883"/>
              <a:gd name="connsiteX182" fmla="*/ 1189571 w 11394183"/>
              <a:gd name="connsiteY182" fmla="*/ 2266060 h 3300883"/>
              <a:gd name="connsiteX183" fmla="*/ 1142395 w 11394183"/>
              <a:gd name="connsiteY183" fmla="*/ 2266060 h 3300883"/>
              <a:gd name="connsiteX184" fmla="*/ 1093767 w 11394183"/>
              <a:gd name="connsiteY184" fmla="*/ 2301623 h 3300883"/>
              <a:gd name="connsiteX185" fmla="*/ 1061832 w 11394183"/>
              <a:gd name="connsiteY185" fmla="*/ 2313962 h 3300883"/>
              <a:gd name="connsiteX186" fmla="*/ 528376 w 11394183"/>
              <a:gd name="connsiteY186" fmla="*/ 2313962 h 3300883"/>
              <a:gd name="connsiteX187" fmla="*/ 559586 w 11394183"/>
              <a:gd name="connsiteY187" fmla="*/ 2346622 h 3300883"/>
              <a:gd name="connsiteX188" fmla="*/ 1055300 w 11394183"/>
              <a:gd name="connsiteY188" fmla="*/ 2346622 h 3300883"/>
              <a:gd name="connsiteX189" fmla="*/ 1091589 w 11394183"/>
              <a:gd name="connsiteY189" fmla="*/ 2358235 h 3300883"/>
              <a:gd name="connsiteX190" fmla="*/ 1137315 w 11394183"/>
              <a:gd name="connsiteY190" fmla="*/ 2399605 h 3300883"/>
              <a:gd name="connsiteX191" fmla="*/ 1210619 w 11394183"/>
              <a:gd name="connsiteY191" fmla="*/ 2470732 h 3300883"/>
              <a:gd name="connsiteX192" fmla="*/ 1137315 w 11394183"/>
              <a:gd name="connsiteY192" fmla="*/ 2543311 h 3300883"/>
              <a:gd name="connsiteX193" fmla="*/ 1092315 w 11394183"/>
              <a:gd name="connsiteY193" fmla="*/ 2569440 h 3300883"/>
              <a:gd name="connsiteX194" fmla="*/ 1057477 w 11394183"/>
              <a:gd name="connsiteY194" fmla="*/ 2578149 h 3300883"/>
              <a:gd name="connsiteX195" fmla="*/ 557408 w 11394183"/>
              <a:gd name="connsiteY195" fmla="*/ 2578875 h 3300883"/>
              <a:gd name="connsiteX196" fmla="*/ 595875 w 11394183"/>
              <a:gd name="connsiteY196" fmla="*/ 2599197 h 3300883"/>
              <a:gd name="connsiteX197" fmla="*/ 1048042 w 11394183"/>
              <a:gd name="connsiteY197" fmla="*/ 2599922 h 3300883"/>
              <a:gd name="connsiteX198" fmla="*/ 1087235 w 11394183"/>
              <a:gd name="connsiteY198" fmla="*/ 2608632 h 3300883"/>
              <a:gd name="connsiteX199" fmla="*/ 1095218 w 11394183"/>
              <a:gd name="connsiteY199" fmla="*/ 2673954 h 3300883"/>
              <a:gd name="connsiteX200" fmla="*/ 1204087 w 11394183"/>
              <a:gd name="connsiteY200" fmla="*/ 2679034 h 3300883"/>
              <a:gd name="connsiteX201" fmla="*/ 1209894 w 11394183"/>
              <a:gd name="connsiteY201" fmla="*/ 2713872 h 3300883"/>
              <a:gd name="connsiteX202" fmla="*/ 1209167 w 11394183"/>
              <a:gd name="connsiteY202" fmla="*/ 2855401 h 3300883"/>
              <a:gd name="connsiteX203" fmla="*/ 1235296 w 11394183"/>
              <a:gd name="connsiteY203" fmla="*/ 2882255 h 3300883"/>
              <a:gd name="connsiteX204" fmla="*/ 1376825 w 11394183"/>
              <a:gd name="connsiteY204" fmla="*/ 2880804 h 3300883"/>
              <a:gd name="connsiteX205" fmla="*/ 1423276 w 11394183"/>
              <a:gd name="connsiteY205" fmla="*/ 2925802 h 3300883"/>
              <a:gd name="connsiteX206" fmla="*/ 1448678 w 11394183"/>
              <a:gd name="connsiteY206" fmla="*/ 3003462 h 3300883"/>
              <a:gd name="connsiteX207" fmla="*/ 1450856 w 11394183"/>
              <a:gd name="connsiteY207" fmla="*/ 3023784 h 3300883"/>
              <a:gd name="connsiteX208" fmla="*/ 1450856 w 11394183"/>
              <a:gd name="connsiteY208" fmla="*/ 3300883 h 3300883"/>
              <a:gd name="connsiteX209" fmla="*/ 1490048 w 11394183"/>
              <a:gd name="connsiteY209" fmla="*/ 3300883 h 3300883"/>
              <a:gd name="connsiteX210" fmla="*/ 1490048 w 11394183"/>
              <a:gd name="connsiteY210" fmla="*/ 3027414 h 3300883"/>
              <a:gd name="connsiteX211" fmla="*/ 1496580 w 11394183"/>
              <a:gd name="connsiteY211" fmla="*/ 2990398 h 3300883"/>
              <a:gd name="connsiteX212" fmla="*/ 1495855 w 11394183"/>
              <a:gd name="connsiteY212" fmla="*/ 2991124 h 3300883"/>
              <a:gd name="connsiteX213" fmla="*/ 1500210 w 11394183"/>
              <a:gd name="connsiteY213" fmla="*/ 2986043 h 3300883"/>
              <a:gd name="connsiteX214" fmla="*/ 1551741 w 11394183"/>
              <a:gd name="connsiteY214" fmla="*/ 2972979 h 3300883"/>
              <a:gd name="connsiteX215" fmla="*/ 1553918 w 11394183"/>
              <a:gd name="connsiteY215" fmla="*/ 2915641 h 3300883"/>
              <a:gd name="connsiteX216" fmla="*/ 1601821 w 11394183"/>
              <a:gd name="connsiteY216" fmla="*/ 2869191 h 3300883"/>
              <a:gd name="connsiteX217" fmla="*/ 1698350 w 11394183"/>
              <a:gd name="connsiteY217" fmla="*/ 2879352 h 3300883"/>
              <a:gd name="connsiteX218" fmla="*/ 1712866 w 11394183"/>
              <a:gd name="connsiteY218" fmla="*/ 3041929 h 3300883"/>
              <a:gd name="connsiteX219" fmla="*/ 1713637 w 11394183"/>
              <a:gd name="connsiteY219" fmla="*/ 3300883 h 3300883"/>
              <a:gd name="connsiteX220" fmla="*/ 1762496 w 11394183"/>
              <a:gd name="connsiteY220" fmla="*/ 3300883 h 3300883"/>
              <a:gd name="connsiteX221" fmla="*/ 1762220 w 11394183"/>
              <a:gd name="connsiteY221" fmla="*/ 3001284 h 3300883"/>
              <a:gd name="connsiteX222" fmla="*/ 1790526 w 11394183"/>
              <a:gd name="connsiteY222" fmla="*/ 2986043 h 3300883"/>
              <a:gd name="connsiteX223" fmla="*/ 1831896 w 11394183"/>
              <a:gd name="connsiteY223" fmla="*/ 2943947 h 3300883"/>
              <a:gd name="connsiteX224" fmla="*/ 1905926 w 11394183"/>
              <a:gd name="connsiteY224" fmla="*/ 2869917 h 3300883"/>
              <a:gd name="connsiteX225" fmla="*/ 1978506 w 11394183"/>
              <a:gd name="connsiteY225" fmla="*/ 2878626 h 3300883"/>
              <a:gd name="connsiteX226" fmla="*/ 1982134 w 11394183"/>
              <a:gd name="connsiteY226" fmla="*/ 2968624 h 3300883"/>
              <a:gd name="connsiteX227" fmla="*/ 1991570 w 11394183"/>
              <a:gd name="connsiteY227" fmla="*/ 2992576 h 3300883"/>
              <a:gd name="connsiteX228" fmla="*/ 2016247 w 11394183"/>
              <a:gd name="connsiteY228" fmla="*/ 3034671 h 3300883"/>
              <a:gd name="connsiteX229" fmla="*/ 2016442 w 11394183"/>
              <a:gd name="connsiteY229" fmla="*/ 3300883 h 3300883"/>
              <a:gd name="connsiteX230" fmla="*/ 2053457 w 11394183"/>
              <a:gd name="connsiteY230" fmla="*/ 3300883 h 3300883"/>
              <a:gd name="connsiteX231" fmla="*/ 2053262 w 11394183"/>
              <a:gd name="connsiteY231" fmla="*/ 3025236 h 3300883"/>
              <a:gd name="connsiteX232" fmla="*/ 2088826 w 11394183"/>
              <a:gd name="connsiteY232" fmla="*/ 2983866 h 3300883"/>
              <a:gd name="connsiteX233" fmla="*/ 2106244 w 11394183"/>
              <a:gd name="connsiteY233" fmla="*/ 2966447 h 3300883"/>
              <a:gd name="connsiteX234" fmla="*/ 2106244 w 11394183"/>
              <a:gd name="connsiteY234" fmla="*/ 2944673 h 3300883"/>
              <a:gd name="connsiteX235" fmla="*/ 2184631 w 11394183"/>
              <a:gd name="connsiteY235" fmla="*/ 2869917 h 3300883"/>
              <a:gd name="connsiteX236" fmla="*/ 2254307 w 11394183"/>
              <a:gd name="connsiteY236" fmla="*/ 2880078 h 3300883"/>
              <a:gd name="connsiteX237" fmla="*/ 2257210 w 11394183"/>
              <a:gd name="connsiteY237" fmla="*/ 2970075 h 3300883"/>
              <a:gd name="connsiteX238" fmla="*/ 2277531 w 11394183"/>
              <a:gd name="connsiteY238" fmla="*/ 2993301 h 3300883"/>
              <a:gd name="connsiteX239" fmla="*/ 2316725 w 11394183"/>
              <a:gd name="connsiteY239" fmla="*/ 3035397 h 3300883"/>
              <a:gd name="connsiteX240" fmla="*/ 2316725 w 11394183"/>
              <a:gd name="connsiteY240" fmla="*/ 3300883 h 3300883"/>
              <a:gd name="connsiteX241" fmla="*/ 2350697 w 11394183"/>
              <a:gd name="connsiteY241" fmla="*/ 3300883 h 3300883"/>
              <a:gd name="connsiteX242" fmla="*/ 2350836 w 11394183"/>
              <a:gd name="connsiteY242" fmla="*/ 3033946 h 3300883"/>
              <a:gd name="connsiteX243" fmla="*/ 2360997 w 11394183"/>
              <a:gd name="connsiteY243" fmla="*/ 2992576 h 3300883"/>
              <a:gd name="connsiteX244" fmla="*/ 2386399 w 11394183"/>
              <a:gd name="connsiteY244" fmla="*/ 2983866 h 3300883"/>
              <a:gd name="connsiteX245" fmla="*/ 2383497 w 11394183"/>
              <a:gd name="connsiteY245" fmla="*/ 2901126 h 3300883"/>
              <a:gd name="connsiteX246" fmla="*/ 2403093 w 11394183"/>
              <a:gd name="connsiteY246" fmla="*/ 2869917 h 3300883"/>
              <a:gd name="connsiteX247" fmla="*/ 2522123 w 11394183"/>
              <a:gd name="connsiteY247" fmla="*/ 2870642 h 3300883"/>
              <a:gd name="connsiteX248" fmla="*/ 2530832 w 11394183"/>
              <a:gd name="connsiteY248" fmla="*/ 2880804 h 3300883"/>
              <a:gd name="connsiteX249" fmla="*/ 2537364 w 11394183"/>
              <a:gd name="connsiteY249" fmla="*/ 2992576 h 3300883"/>
              <a:gd name="connsiteX250" fmla="*/ 2632443 w 11394183"/>
              <a:gd name="connsiteY250" fmla="*/ 2985317 h 3300883"/>
              <a:gd name="connsiteX251" fmla="*/ 2663652 w 11394183"/>
              <a:gd name="connsiteY251" fmla="*/ 2954835 h 3300883"/>
              <a:gd name="connsiteX252" fmla="*/ 2752198 w 11394183"/>
              <a:gd name="connsiteY252" fmla="*/ 2869191 h 3300883"/>
              <a:gd name="connsiteX253" fmla="*/ 2798649 w 11394183"/>
              <a:gd name="connsiteY253" fmla="*/ 2869191 h 3300883"/>
              <a:gd name="connsiteX254" fmla="*/ 2798649 w 11394183"/>
              <a:gd name="connsiteY254" fmla="*/ 2879352 h 3300883"/>
              <a:gd name="connsiteX255" fmla="*/ 2681797 w 11394183"/>
              <a:gd name="connsiteY255" fmla="*/ 2879352 h 3300883"/>
              <a:gd name="connsiteX256" fmla="*/ 2710828 w 11394183"/>
              <a:gd name="connsiteY256" fmla="*/ 2880804 h 3300883"/>
              <a:gd name="connsiteX257" fmla="*/ 2809536 w 11394183"/>
              <a:gd name="connsiteY257" fmla="*/ 2985317 h 3300883"/>
              <a:gd name="connsiteX258" fmla="*/ 2910420 w 11394183"/>
              <a:gd name="connsiteY258" fmla="*/ 2984592 h 3300883"/>
              <a:gd name="connsiteX259" fmla="*/ 2940177 w 11394183"/>
              <a:gd name="connsiteY259" fmla="*/ 2956286 h 3300883"/>
              <a:gd name="connsiteX260" fmla="*/ 2938000 w 11394183"/>
              <a:gd name="connsiteY260" fmla="*/ 2915733 h 3300883"/>
              <a:gd name="connsiteX261" fmla="*/ 2946568 w 11394183"/>
              <a:gd name="connsiteY261" fmla="*/ 2876375 h 3300883"/>
              <a:gd name="connsiteX262" fmla="*/ 2945985 w 11394183"/>
              <a:gd name="connsiteY262" fmla="*/ 2876449 h 3300883"/>
              <a:gd name="connsiteX263" fmla="*/ 2946710 w 11394183"/>
              <a:gd name="connsiteY263" fmla="*/ 2875723 h 3300883"/>
              <a:gd name="connsiteX264" fmla="*/ 2946568 w 11394183"/>
              <a:gd name="connsiteY264" fmla="*/ 2876375 h 3300883"/>
              <a:gd name="connsiteX265" fmla="*/ 3016658 w 11394183"/>
              <a:gd name="connsiteY265" fmla="*/ 2867467 h 3300883"/>
              <a:gd name="connsiteX266" fmla="*/ 3086787 w 11394183"/>
              <a:gd name="connsiteY266" fmla="*/ 2878626 h 3300883"/>
              <a:gd name="connsiteX267" fmla="*/ 3094045 w 11394183"/>
              <a:gd name="connsiteY267" fmla="*/ 2908384 h 3300883"/>
              <a:gd name="connsiteX268" fmla="*/ 3169527 w 11394183"/>
              <a:gd name="connsiteY268" fmla="*/ 2984592 h 3300883"/>
              <a:gd name="connsiteX269" fmla="*/ 3215978 w 11394183"/>
              <a:gd name="connsiteY269" fmla="*/ 2938141 h 3300883"/>
              <a:gd name="connsiteX270" fmla="*/ 3282751 w 11394183"/>
              <a:gd name="connsiteY270" fmla="*/ 2869191 h 3300883"/>
              <a:gd name="connsiteX271" fmla="*/ 3453311 w 11394183"/>
              <a:gd name="connsiteY271" fmla="*/ 2869917 h 3300883"/>
              <a:gd name="connsiteX272" fmla="*/ 3498311 w 11394183"/>
              <a:gd name="connsiteY272" fmla="*/ 2827095 h 3300883"/>
              <a:gd name="connsiteX273" fmla="*/ 3496859 w 11394183"/>
              <a:gd name="connsiteY273" fmla="*/ 2565810 h 3300883"/>
              <a:gd name="connsiteX274" fmla="*/ 3544761 w 11394183"/>
              <a:gd name="connsiteY274" fmla="*/ 2520086 h 3300883"/>
              <a:gd name="connsiteX275" fmla="*/ 3591938 w 11394183"/>
              <a:gd name="connsiteY275" fmla="*/ 2520086 h 3300883"/>
              <a:gd name="connsiteX276" fmla="*/ 3613711 w 11394183"/>
              <a:gd name="connsiteY276" fmla="*/ 2507022 h 3300883"/>
              <a:gd name="connsiteX277" fmla="*/ 3646372 w 11394183"/>
              <a:gd name="connsiteY277" fmla="*/ 2481619 h 3300883"/>
              <a:gd name="connsiteX278" fmla="*/ 4048460 w 11394183"/>
              <a:gd name="connsiteY278" fmla="*/ 2481619 h 3300883"/>
              <a:gd name="connsiteX279" fmla="*/ 4078217 w 11394183"/>
              <a:gd name="connsiteY279" fmla="*/ 2489602 h 3300883"/>
              <a:gd name="connsiteX280" fmla="*/ 4063702 w 11394183"/>
              <a:gd name="connsiteY280" fmla="*/ 2557827 h 3300883"/>
              <a:gd name="connsiteX281" fmla="*/ 3740724 w 11394183"/>
              <a:gd name="connsiteY281" fmla="*/ 3121765 h 3300883"/>
              <a:gd name="connsiteX282" fmla="*/ 3566535 w 11394183"/>
              <a:gd name="connsiteY282" fmla="*/ 3262569 h 3300883"/>
              <a:gd name="connsiteX283" fmla="*/ 3548027 w 11394183"/>
              <a:gd name="connsiteY283" fmla="*/ 3286067 h 3300883"/>
              <a:gd name="connsiteX284" fmla="*/ 3562779 w 11394183"/>
              <a:gd name="connsiteY284" fmla="*/ 3300883 h 3300883"/>
              <a:gd name="connsiteX285" fmla="*/ 4927481 w 11394183"/>
              <a:gd name="connsiteY285" fmla="*/ 3300883 h 3300883"/>
              <a:gd name="connsiteX286" fmla="*/ 6796755 w 11394183"/>
              <a:gd name="connsiteY286" fmla="*/ 3296863 h 3300883"/>
              <a:gd name="connsiteX287" fmla="*/ 9075283 w 11394183"/>
              <a:gd name="connsiteY287" fmla="*/ 3297407 h 3300883"/>
              <a:gd name="connsiteX288" fmla="*/ 9637770 w 11394183"/>
              <a:gd name="connsiteY288" fmla="*/ 3298133 h 3300883"/>
              <a:gd name="connsiteX289" fmla="*/ 9759703 w 11394183"/>
              <a:gd name="connsiteY289" fmla="*/ 3262569 h 3300883"/>
              <a:gd name="connsiteX290" fmla="*/ 10484767 w 11394183"/>
              <a:gd name="connsiteY290" fmla="*/ 2822015 h 3300883"/>
              <a:gd name="connsiteX291" fmla="*/ 11354264 w 11394183"/>
              <a:gd name="connsiteY291" fmla="*/ 2298720 h 3300883"/>
              <a:gd name="connsiteX292" fmla="*/ 11394183 w 11394183"/>
              <a:gd name="connsiteY292" fmla="*/ 2251543 h 3300883"/>
              <a:gd name="connsiteX293" fmla="*/ 9760429 w 11394183"/>
              <a:gd name="connsiteY293" fmla="*/ 1255034 h 3300883"/>
              <a:gd name="connsiteX294" fmla="*/ 9609464 w 11394183"/>
              <a:gd name="connsiteY294" fmla="*/ 1208583 h 3300883"/>
              <a:gd name="connsiteX295" fmla="*/ 6151074 w 11394183"/>
              <a:gd name="connsiteY295" fmla="*/ 1210034 h 3300883"/>
              <a:gd name="connsiteX296" fmla="*/ 3621696 w 11394183"/>
              <a:gd name="connsiteY296" fmla="*/ 1208583 h 3300883"/>
              <a:gd name="connsiteX297" fmla="*/ 3552745 w 11394183"/>
              <a:gd name="connsiteY297" fmla="*/ 1211486 h 3300883"/>
              <a:gd name="connsiteX298" fmla="*/ 3526616 w 11394183"/>
              <a:gd name="connsiteY298" fmla="*/ 1225276 h 3300883"/>
              <a:gd name="connsiteX299" fmla="*/ 3541858 w 11394183"/>
              <a:gd name="connsiteY299" fmla="*/ 1252131 h 3300883"/>
              <a:gd name="connsiteX300" fmla="*/ 3581050 w 11394183"/>
              <a:gd name="connsiteY300" fmla="*/ 1278984 h 3300883"/>
              <a:gd name="connsiteX301" fmla="*/ 4092007 w 11394183"/>
              <a:gd name="connsiteY301" fmla="*/ 2112917 h 3300883"/>
              <a:gd name="connsiteX302" fmla="*/ 4068782 w 11394183"/>
              <a:gd name="connsiteY302" fmla="*/ 2144852 h 3300883"/>
              <a:gd name="connsiteX303" fmla="*/ 3644195 w 11394183"/>
              <a:gd name="connsiteY303" fmla="*/ 2144127 h 3300883"/>
              <a:gd name="connsiteX304" fmla="*/ 3623147 w 11394183"/>
              <a:gd name="connsiteY304" fmla="*/ 2136142 h 3300883"/>
              <a:gd name="connsiteX305" fmla="*/ 3589760 w 11394183"/>
              <a:gd name="connsiteY305" fmla="*/ 2117998 h 3300883"/>
              <a:gd name="connsiteX306" fmla="*/ 3504842 w 11394183"/>
              <a:gd name="connsiteY306" fmla="*/ 2105660 h 3300883"/>
              <a:gd name="connsiteX307" fmla="*/ 3499037 w 11394183"/>
              <a:gd name="connsiteY307" fmla="*/ 2089693 h 3300883"/>
              <a:gd name="connsiteX308" fmla="*/ 3499037 w 11394183"/>
              <a:gd name="connsiteY308" fmla="*/ 1765989 h 3300883"/>
              <a:gd name="connsiteX309" fmla="*/ 3504842 w 11394183"/>
              <a:gd name="connsiteY309" fmla="*/ 1750022 h 3300883"/>
              <a:gd name="connsiteX310" fmla="*/ 3491053 w 11394183"/>
              <a:gd name="connsiteY310" fmla="*/ 1744216 h 3300883"/>
              <a:gd name="connsiteX311" fmla="*/ 3248639 w 11394183"/>
              <a:gd name="connsiteY311" fmla="*/ 1744942 h 3300883"/>
              <a:gd name="connsiteX312" fmla="*/ 3186220 w 11394183"/>
              <a:gd name="connsiteY312" fmla="*/ 1683975 h 3300883"/>
              <a:gd name="connsiteX313" fmla="*/ 3172431 w 11394183"/>
              <a:gd name="connsiteY313" fmla="*/ 1617928 h 3300883"/>
              <a:gd name="connsiteX314" fmla="*/ 3165898 w 11394183"/>
              <a:gd name="connsiteY314" fmla="*/ 1591074 h 3300883"/>
              <a:gd name="connsiteX315" fmla="*/ 3165898 w 11394183"/>
              <a:gd name="connsiteY315" fmla="*/ 1007539 h 3300883"/>
              <a:gd name="connsiteX316" fmla="*/ 3172375 w 11394183"/>
              <a:gd name="connsiteY316" fmla="*/ 980915 h 3300883"/>
              <a:gd name="connsiteX317" fmla="*/ 3171705 w 11394183"/>
              <a:gd name="connsiteY317" fmla="*/ 981410 h 3300883"/>
              <a:gd name="connsiteX318" fmla="*/ 3172431 w 11394183"/>
              <a:gd name="connsiteY318" fmla="*/ 980685 h 3300883"/>
              <a:gd name="connsiteX319" fmla="*/ 3172375 w 11394183"/>
              <a:gd name="connsiteY319" fmla="*/ 980915 h 3300883"/>
              <a:gd name="connsiteX320" fmla="*/ 3184225 w 11394183"/>
              <a:gd name="connsiteY320" fmla="*/ 972157 h 3300883"/>
              <a:gd name="connsiteX321" fmla="*/ 3200011 w 11394183"/>
              <a:gd name="connsiteY321" fmla="*/ 972701 h 3300883"/>
              <a:gd name="connsiteX322" fmla="*/ 3781369 w 11394183"/>
              <a:gd name="connsiteY322" fmla="*/ 972701 h 3300883"/>
              <a:gd name="connsiteX323" fmla="*/ 3809675 w 11394183"/>
              <a:gd name="connsiteY323" fmla="*/ 981410 h 3300883"/>
              <a:gd name="connsiteX324" fmla="*/ 3808949 w 11394183"/>
              <a:gd name="connsiteY324" fmla="*/ 980685 h 3300883"/>
              <a:gd name="connsiteX325" fmla="*/ 3813303 w 11394183"/>
              <a:gd name="connsiteY325" fmla="*/ 984314 h 3300883"/>
              <a:gd name="connsiteX326" fmla="*/ 3811127 w 11394183"/>
              <a:gd name="connsiteY326" fmla="*/ 986491 h 3300883"/>
              <a:gd name="connsiteX327" fmla="*/ 3831448 w 11394183"/>
              <a:gd name="connsiteY327" fmla="*/ 1017700 h 3300883"/>
              <a:gd name="connsiteX328" fmla="*/ 3912011 w 11394183"/>
              <a:gd name="connsiteY328" fmla="*/ 1017700 h 3300883"/>
              <a:gd name="connsiteX329" fmla="*/ 3919269 w 11394183"/>
              <a:gd name="connsiteY329" fmla="*/ 1010442 h 3300883"/>
              <a:gd name="connsiteX330" fmla="*/ 3926527 w 11394183"/>
              <a:gd name="connsiteY330" fmla="*/ 1002459 h 3300883"/>
              <a:gd name="connsiteX331" fmla="*/ 3928705 w 11394183"/>
              <a:gd name="connsiteY331" fmla="*/ 934960 h 3300883"/>
              <a:gd name="connsiteX332" fmla="*/ 3838706 w 11394183"/>
              <a:gd name="connsiteY332" fmla="*/ 922621 h 3300883"/>
              <a:gd name="connsiteX333" fmla="*/ 3790078 w 11394183"/>
              <a:gd name="connsiteY333" fmla="*/ 939315 h 3300883"/>
              <a:gd name="connsiteX334" fmla="*/ 3191301 w 11394183"/>
              <a:gd name="connsiteY334" fmla="*/ 939315 h 3300883"/>
              <a:gd name="connsiteX335" fmla="*/ 3141947 w 11394183"/>
              <a:gd name="connsiteY335" fmla="*/ 987217 h 3300883"/>
              <a:gd name="connsiteX336" fmla="*/ 3141947 w 11394183"/>
              <a:gd name="connsiteY336" fmla="*/ 1596881 h 3300883"/>
              <a:gd name="connsiteX337" fmla="*/ 3117271 w 11394183"/>
              <a:gd name="connsiteY337" fmla="*/ 1630267 h 3300883"/>
              <a:gd name="connsiteX338" fmla="*/ 3049046 w 11394183"/>
              <a:gd name="connsiteY338" fmla="*/ 1702846 h 3300883"/>
              <a:gd name="connsiteX339" fmla="*/ 3049773 w 11394183"/>
              <a:gd name="connsiteY339" fmla="*/ 1724619 h 3300883"/>
              <a:gd name="connsiteX340" fmla="*/ 3030176 w 11394183"/>
              <a:gd name="connsiteY340" fmla="*/ 1746393 h 3300883"/>
              <a:gd name="connsiteX341" fmla="*/ 2968483 w 11394183"/>
              <a:gd name="connsiteY341" fmla="*/ 1746393 h 3300883"/>
              <a:gd name="connsiteX342" fmla="*/ 2909695 w 11394183"/>
              <a:gd name="connsiteY342" fmla="*/ 1689782 h 3300883"/>
              <a:gd name="connsiteX343" fmla="*/ 2874131 w 11394183"/>
              <a:gd name="connsiteY343" fmla="*/ 1617928 h 3300883"/>
              <a:gd name="connsiteX344" fmla="*/ 2863970 w 11394183"/>
              <a:gd name="connsiteY344" fmla="*/ 1584542 h 3300883"/>
              <a:gd name="connsiteX345" fmla="*/ 2863970 w 11394183"/>
              <a:gd name="connsiteY345" fmla="*/ 535775 h 3300883"/>
              <a:gd name="connsiteX346" fmla="*/ 2871228 w 11394183"/>
              <a:gd name="connsiteY346" fmla="*/ 502389 h 3300883"/>
              <a:gd name="connsiteX347" fmla="*/ 2870501 w 11394183"/>
              <a:gd name="connsiteY347" fmla="*/ 503114 h 3300883"/>
              <a:gd name="connsiteX348" fmla="*/ 2906066 w 11394183"/>
              <a:gd name="connsiteY348" fmla="*/ 494405 h 3300883"/>
              <a:gd name="connsiteX349" fmla="*/ 3344443 w 11394183"/>
              <a:gd name="connsiteY349" fmla="*/ 495131 h 3300883"/>
              <a:gd name="connsiteX350" fmla="*/ 3378556 w 11394183"/>
              <a:gd name="connsiteY350" fmla="*/ 460293 h 3300883"/>
              <a:gd name="connsiteX351" fmla="*/ 3378556 w 11394183"/>
              <a:gd name="connsiteY351" fmla="*/ 206266 h 3300883"/>
              <a:gd name="connsiteX352" fmla="*/ 3393071 w 11394183"/>
              <a:gd name="connsiteY352" fmla="*/ 176509 h 3300883"/>
              <a:gd name="connsiteX353" fmla="*/ 3414845 w 11394183"/>
              <a:gd name="connsiteY353" fmla="*/ 154735 h 3300883"/>
              <a:gd name="connsiteX354" fmla="*/ 3417022 w 11394183"/>
              <a:gd name="connsiteY354" fmla="*/ 92317 h 3300883"/>
              <a:gd name="connsiteX355" fmla="*/ 3349523 w 11394183"/>
              <a:gd name="connsiteY355" fmla="*/ 62560 h 3300883"/>
              <a:gd name="connsiteX356" fmla="*/ 3300169 w 11394183"/>
              <a:gd name="connsiteY356" fmla="*/ 109736 h 3300883"/>
              <a:gd name="connsiteX357" fmla="*/ 3330653 w 11394183"/>
              <a:gd name="connsiteY357" fmla="*/ 180863 h 3300883"/>
              <a:gd name="connsiteX358" fmla="*/ 3352427 w 11394183"/>
              <a:gd name="connsiteY358" fmla="*/ 224411 h 3300883"/>
              <a:gd name="connsiteX359" fmla="*/ 3353153 w 11394183"/>
              <a:gd name="connsiteY359" fmla="*/ 438519 h 3300883"/>
              <a:gd name="connsiteX360" fmla="*/ 3319041 w 11394183"/>
              <a:gd name="connsiteY360" fmla="*/ 472632 h 3300883"/>
              <a:gd name="connsiteX361" fmla="*/ 2869050 w 11394183"/>
              <a:gd name="connsiteY361" fmla="*/ 471179 h 3300883"/>
              <a:gd name="connsiteX362" fmla="*/ 2825503 w 11394183"/>
              <a:gd name="connsiteY362" fmla="*/ 513276 h 3300883"/>
              <a:gd name="connsiteX363" fmla="*/ 2826955 w 11394183"/>
              <a:gd name="connsiteY363" fmla="*/ 1601961 h 3300883"/>
              <a:gd name="connsiteX364" fmla="*/ 2800100 w 11394183"/>
              <a:gd name="connsiteY364" fmla="*/ 1631719 h 3300883"/>
              <a:gd name="connsiteX365" fmla="*/ 2768891 w 11394183"/>
              <a:gd name="connsiteY365" fmla="*/ 1661476 h 3300883"/>
              <a:gd name="connsiteX366" fmla="*/ 2768891 w 11394183"/>
              <a:gd name="connsiteY366" fmla="*/ 1686878 h 3300883"/>
              <a:gd name="connsiteX367" fmla="*/ 2708650 w 11394183"/>
              <a:gd name="connsiteY367" fmla="*/ 1747845 h 3300883"/>
              <a:gd name="connsiteX368" fmla="*/ 2626636 w 11394183"/>
              <a:gd name="connsiteY368" fmla="*/ 1667282 h 3300883"/>
              <a:gd name="connsiteX369" fmla="*/ 2593976 w 11394183"/>
              <a:gd name="connsiteY369" fmla="*/ 1631719 h 3300883"/>
              <a:gd name="connsiteX370" fmla="*/ 2570751 w 11394183"/>
              <a:gd name="connsiteY370" fmla="*/ 1619380 h 3300883"/>
              <a:gd name="connsiteX371" fmla="*/ 2566396 w 11394183"/>
              <a:gd name="connsiteY371" fmla="*/ 1580914 h 3300883"/>
              <a:gd name="connsiteX372" fmla="*/ 2566396 w 11394183"/>
              <a:gd name="connsiteY372" fmla="*/ 137317 h 3300883"/>
              <a:gd name="connsiteX373" fmla="*/ 2573653 w 11394183"/>
              <a:gd name="connsiteY373" fmla="*/ 104655 h 3300883"/>
              <a:gd name="connsiteX374" fmla="*/ 2573653 w 11394183"/>
              <a:gd name="connsiteY374" fmla="*/ 105382 h 3300883"/>
              <a:gd name="connsiteX375" fmla="*/ 2580912 w 11394183"/>
              <a:gd name="connsiteY375" fmla="*/ 97398 h 3300883"/>
              <a:gd name="connsiteX376" fmla="*/ 2588896 w 11394183"/>
              <a:gd name="connsiteY376" fmla="*/ 40786 h 3300883"/>
              <a:gd name="connsiteX377" fmla="*/ 2529381 w 11394183"/>
              <a:gd name="connsiteY377" fmla="*/ 142 h 3300883"/>
              <a:gd name="connsiteX0" fmla="*/ 3168075 w 11394183"/>
              <a:gd name="connsiteY0" fmla="*/ 3011446 h 3300883"/>
              <a:gd name="connsiteX1" fmla="*/ 3141946 w 11394183"/>
              <a:gd name="connsiteY1" fmla="*/ 3047736 h 3300883"/>
              <a:gd name="connsiteX2" fmla="*/ 3141946 w 11394183"/>
              <a:gd name="connsiteY2" fmla="*/ 3300883 h 3300883"/>
              <a:gd name="connsiteX3" fmla="*/ 3165898 w 11394183"/>
              <a:gd name="connsiteY3" fmla="*/ 3300883 h 3300883"/>
              <a:gd name="connsiteX4" fmla="*/ 3165898 w 11394183"/>
              <a:gd name="connsiteY4" fmla="*/ 3029591 h 3300883"/>
              <a:gd name="connsiteX5" fmla="*/ 3168075 w 11394183"/>
              <a:gd name="connsiteY5" fmla="*/ 3011446 h 3300883"/>
              <a:gd name="connsiteX6" fmla="*/ 2591366 w 11394183"/>
              <a:gd name="connsiteY6" fmla="*/ 3007317 h 3300883"/>
              <a:gd name="connsiteX7" fmla="*/ 2577282 w 11394183"/>
              <a:gd name="connsiteY7" fmla="*/ 3041202 h 3300883"/>
              <a:gd name="connsiteX8" fmla="*/ 2577491 w 11394183"/>
              <a:gd name="connsiteY8" fmla="*/ 3300883 h 3300883"/>
              <a:gd name="connsiteX9" fmla="*/ 2606313 w 11394183"/>
              <a:gd name="connsiteY9" fmla="*/ 3300883 h 3300883"/>
              <a:gd name="connsiteX10" fmla="*/ 2606313 w 11394183"/>
              <a:gd name="connsiteY10" fmla="*/ 3041928 h 3300883"/>
              <a:gd name="connsiteX11" fmla="*/ 2610667 w 11394183"/>
              <a:gd name="connsiteY11" fmla="*/ 3013622 h 3300883"/>
              <a:gd name="connsiteX12" fmla="*/ 2591366 w 11394183"/>
              <a:gd name="connsiteY12" fmla="*/ 3007317 h 3300883"/>
              <a:gd name="connsiteX13" fmla="*/ 2903083 w 11394183"/>
              <a:gd name="connsiteY13" fmla="*/ 3005447 h 3300883"/>
              <a:gd name="connsiteX14" fmla="*/ 2887195 w 11394183"/>
              <a:gd name="connsiteY14" fmla="*/ 3009994 h 3300883"/>
              <a:gd name="connsiteX15" fmla="*/ 2877033 w 11394183"/>
              <a:gd name="connsiteY15" fmla="*/ 3048460 h 3300883"/>
              <a:gd name="connsiteX16" fmla="*/ 2877033 w 11394183"/>
              <a:gd name="connsiteY16" fmla="*/ 3300883 h 3300883"/>
              <a:gd name="connsiteX17" fmla="*/ 2924210 w 11394183"/>
              <a:gd name="connsiteY17" fmla="*/ 3300883 h 3300883"/>
              <a:gd name="connsiteX18" fmla="*/ 2924210 w 11394183"/>
              <a:gd name="connsiteY18" fmla="*/ 3039025 h 3300883"/>
              <a:gd name="connsiteX19" fmla="*/ 2903083 w 11394183"/>
              <a:gd name="connsiteY19" fmla="*/ 3005447 h 3300883"/>
              <a:gd name="connsiteX20" fmla="*/ 1413840 w 11394183"/>
              <a:gd name="connsiteY20" fmla="*/ 2870642 h 3300883"/>
              <a:gd name="connsiteX21" fmla="*/ 1414566 w 11394183"/>
              <a:gd name="connsiteY21" fmla="*/ 2874271 h 3300883"/>
              <a:gd name="connsiteX22" fmla="*/ 1228038 w 11394183"/>
              <a:gd name="connsiteY22" fmla="*/ 2874271 h 3300883"/>
              <a:gd name="connsiteX23" fmla="*/ 1228038 w 11394183"/>
              <a:gd name="connsiteY23" fmla="*/ 2870642 h 3300883"/>
              <a:gd name="connsiteX24" fmla="*/ 1413840 w 11394183"/>
              <a:gd name="connsiteY24" fmla="*/ 2870642 h 3300883"/>
              <a:gd name="connsiteX25" fmla="*/ 3635032 w 11394183"/>
              <a:gd name="connsiteY25" fmla="*/ 2179418 h 3300883"/>
              <a:gd name="connsiteX26" fmla="*/ 3649275 w 11394183"/>
              <a:gd name="connsiteY26" fmla="*/ 2179690 h 3300883"/>
              <a:gd name="connsiteX27" fmla="*/ 4079669 w 11394183"/>
              <a:gd name="connsiteY27" fmla="*/ 2179690 h 3300883"/>
              <a:gd name="connsiteX28" fmla="*/ 4093459 w 11394183"/>
              <a:gd name="connsiteY28" fmla="*/ 2186222 h 3300883"/>
              <a:gd name="connsiteX29" fmla="*/ 3622421 w 11394183"/>
              <a:gd name="connsiteY29" fmla="*/ 2186222 h 3300883"/>
              <a:gd name="connsiteX30" fmla="*/ 3624598 w 11394183"/>
              <a:gd name="connsiteY30" fmla="*/ 2190577 h 3300883"/>
              <a:gd name="connsiteX31" fmla="*/ 4062975 w 11394183"/>
              <a:gd name="connsiteY31" fmla="*/ 2190577 h 3300883"/>
              <a:gd name="connsiteX32" fmla="*/ 4102168 w 11394183"/>
              <a:gd name="connsiteY32" fmla="*/ 2228318 h 3300883"/>
              <a:gd name="connsiteX33" fmla="*/ 4093459 w 11394183"/>
              <a:gd name="connsiteY33" fmla="*/ 2416298 h 3300883"/>
              <a:gd name="connsiteX34" fmla="*/ 4059347 w 11394183"/>
              <a:gd name="connsiteY34" fmla="*/ 2447507 h 3300883"/>
              <a:gd name="connsiteX35" fmla="*/ 3650000 w 11394183"/>
              <a:gd name="connsiteY35" fmla="*/ 2447507 h 3300883"/>
              <a:gd name="connsiteX36" fmla="*/ 3621696 w 11394183"/>
              <a:gd name="connsiteY36" fmla="*/ 2418475 h 3300883"/>
              <a:gd name="connsiteX37" fmla="*/ 3598470 w 11394183"/>
              <a:gd name="connsiteY37" fmla="*/ 2396702 h 3300883"/>
              <a:gd name="connsiteX38" fmla="*/ 3504842 w 11394183"/>
              <a:gd name="connsiteY38" fmla="*/ 2387266 h 3300883"/>
              <a:gd name="connsiteX39" fmla="*/ 3506294 w 11394183"/>
              <a:gd name="connsiteY39" fmla="*/ 2251543 h 3300883"/>
              <a:gd name="connsiteX40" fmla="*/ 3618791 w 11394183"/>
              <a:gd name="connsiteY40" fmla="*/ 2250818 h 3300883"/>
              <a:gd name="connsiteX41" fmla="*/ 3620969 w 11394183"/>
              <a:gd name="connsiteY41" fmla="*/ 2195657 h 3300883"/>
              <a:gd name="connsiteX42" fmla="*/ 3622421 w 11394183"/>
              <a:gd name="connsiteY42" fmla="*/ 2186222 h 3300883"/>
              <a:gd name="connsiteX43" fmla="*/ 3635032 w 11394183"/>
              <a:gd name="connsiteY43" fmla="*/ 2179418 h 3300883"/>
              <a:gd name="connsiteX44" fmla="*/ 76208 w 11394183"/>
              <a:gd name="connsiteY44" fmla="*/ 1218744 h 3300883"/>
              <a:gd name="connsiteX45" fmla="*/ 0 w 11394183"/>
              <a:gd name="connsiteY45" fmla="*/ 1294951 h 3300883"/>
              <a:gd name="connsiteX46" fmla="*/ 0 w 11394183"/>
              <a:gd name="connsiteY46" fmla="*/ 1338499 h 3300883"/>
              <a:gd name="connsiteX47" fmla="*/ 0 w 11394183"/>
              <a:gd name="connsiteY47" fmla="*/ 3206684 h 3300883"/>
              <a:gd name="connsiteX48" fmla="*/ 1452 w 11394183"/>
              <a:gd name="connsiteY48" fmla="*/ 3264747 h 3300883"/>
              <a:gd name="connsiteX49" fmla="*/ 5988 w 11394183"/>
              <a:gd name="connsiteY49" fmla="*/ 3287337 h 3300883"/>
              <a:gd name="connsiteX50" fmla="*/ 19459 w 11394183"/>
              <a:gd name="connsiteY50" fmla="*/ 3300883 h 3300883"/>
              <a:gd name="connsiteX51" fmla="*/ 25633 w 11394183"/>
              <a:gd name="connsiteY51" fmla="*/ 3300883 h 3300883"/>
              <a:gd name="connsiteX52" fmla="*/ 26219 w 11394183"/>
              <a:gd name="connsiteY52" fmla="*/ 3300311 h 3300883"/>
              <a:gd name="connsiteX53" fmla="*/ 26699 w 11394183"/>
              <a:gd name="connsiteY53" fmla="*/ 3300883 h 3300883"/>
              <a:gd name="connsiteX54" fmla="*/ 1001629 w 11394183"/>
              <a:gd name="connsiteY54" fmla="*/ 3300883 h 3300883"/>
              <a:gd name="connsiteX55" fmla="*/ 1038606 w 11394183"/>
              <a:gd name="connsiteY55" fmla="*/ 3290150 h 3300883"/>
              <a:gd name="connsiteX56" fmla="*/ 997236 w 11394183"/>
              <a:gd name="connsiteY56" fmla="*/ 3251683 h 3300883"/>
              <a:gd name="connsiteX57" fmla="*/ 706920 w 11394183"/>
              <a:gd name="connsiteY57" fmla="*/ 2937416 h 3300883"/>
              <a:gd name="connsiteX58" fmla="*/ 566116 w 11394183"/>
              <a:gd name="connsiteY58" fmla="*/ 2610810 h 3300883"/>
              <a:gd name="connsiteX59" fmla="*/ 553779 w 11394183"/>
              <a:gd name="connsiteY59" fmla="*/ 2577424 h 3300883"/>
              <a:gd name="connsiteX60" fmla="*/ 545795 w 11394183"/>
              <a:gd name="connsiteY60" fmla="*/ 2556376 h 3300883"/>
              <a:gd name="connsiteX61" fmla="*/ 521117 w 11394183"/>
              <a:gd name="connsiteY61" fmla="*/ 2426459 h 3300883"/>
              <a:gd name="connsiteX62" fmla="*/ 528376 w 11394183"/>
              <a:gd name="connsiteY62" fmla="*/ 2095499 h 3300883"/>
              <a:gd name="connsiteX63" fmla="*/ 538537 w 11394183"/>
              <a:gd name="connsiteY63" fmla="*/ 2069371 h 3300883"/>
              <a:gd name="connsiteX64" fmla="*/ 538537 w 11394183"/>
              <a:gd name="connsiteY64" fmla="*/ 2066467 h 3300883"/>
              <a:gd name="connsiteX65" fmla="*/ 593697 w 11394183"/>
              <a:gd name="connsiteY65" fmla="*/ 1850181 h 3300883"/>
              <a:gd name="connsiteX66" fmla="*/ 880384 w 11394183"/>
              <a:gd name="connsiteY66" fmla="*/ 1419788 h 3300883"/>
              <a:gd name="connsiteX67" fmla="*/ 909415 w 11394183"/>
              <a:gd name="connsiteY67" fmla="*/ 1403095 h 3300883"/>
              <a:gd name="connsiteX68" fmla="*/ 981269 w 11394183"/>
              <a:gd name="connsiteY68" fmla="*/ 1331967 h 3300883"/>
              <a:gd name="connsiteX69" fmla="*/ 1085057 w 11394183"/>
              <a:gd name="connsiteY69" fmla="*/ 1260114 h 3300883"/>
              <a:gd name="connsiteX70" fmla="*/ 1107556 w 11394183"/>
              <a:gd name="connsiteY70" fmla="*/ 1230357 h 3300883"/>
              <a:gd name="connsiteX71" fmla="*/ 1066912 w 11394183"/>
              <a:gd name="connsiteY71" fmla="*/ 1219469 h 3300883"/>
              <a:gd name="connsiteX72" fmla="*/ 76208 w 11394183"/>
              <a:gd name="connsiteY72" fmla="*/ 1218744 h 3300883"/>
              <a:gd name="connsiteX73" fmla="*/ 2529381 w 11394183"/>
              <a:gd name="connsiteY73" fmla="*/ 142 h 3300883"/>
              <a:gd name="connsiteX74" fmla="*/ 2466963 w 11394183"/>
              <a:gd name="connsiteY74" fmla="*/ 46592 h 3300883"/>
              <a:gd name="connsiteX75" fmla="*/ 2497445 w 11394183"/>
              <a:gd name="connsiteY75" fmla="*/ 111914 h 3300883"/>
              <a:gd name="connsiteX76" fmla="*/ 2527929 w 11394183"/>
              <a:gd name="connsiteY76" fmla="*/ 169977 h 3300883"/>
              <a:gd name="connsiteX77" fmla="*/ 2527203 w 11394183"/>
              <a:gd name="connsiteY77" fmla="*/ 1443739 h 3300883"/>
              <a:gd name="connsiteX78" fmla="*/ 2527203 w 11394183"/>
              <a:gd name="connsiteY78" fmla="*/ 1603413 h 3300883"/>
              <a:gd name="connsiteX79" fmla="*/ 2517042 w 11394183"/>
              <a:gd name="connsiteY79" fmla="*/ 1630267 h 3300883"/>
              <a:gd name="connsiteX80" fmla="*/ 2491640 w 11394183"/>
              <a:gd name="connsiteY80" fmla="*/ 1671637 h 3300883"/>
              <a:gd name="connsiteX81" fmla="*/ 2491640 w 11394183"/>
              <a:gd name="connsiteY81" fmla="*/ 1722443 h 3300883"/>
              <a:gd name="connsiteX82" fmla="*/ 2467688 w 11394183"/>
              <a:gd name="connsiteY82" fmla="*/ 1748571 h 3300883"/>
              <a:gd name="connsiteX83" fmla="*/ 2373335 w 11394183"/>
              <a:gd name="connsiteY83" fmla="*/ 1748571 h 3300883"/>
              <a:gd name="connsiteX84" fmla="*/ 2349384 w 11394183"/>
              <a:gd name="connsiteY84" fmla="*/ 1721716 h 3300883"/>
              <a:gd name="connsiteX85" fmla="*/ 2349384 w 11394183"/>
              <a:gd name="connsiteY85" fmla="*/ 1649137 h 3300883"/>
              <a:gd name="connsiteX86" fmla="*/ 2337046 w 11394183"/>
              <a:gd name="connsiteY86" fmla="*/ 1630993 h 3300883"/>
              <a:gd name="connsiteX87" fmla="*/ 2310918 w 11394183"/>
              <a:gd name="connsiteY87" fmla="*/ 1601961 h 3300883"/>
              <a:gd name="connsiteX88" fmla="*/ 2310918 w 11394183"/>
              <a:gd name="connsiteY88" fmla="*/ 861655 h 3300883"/>
              <a:gd name="connsiteX89" fmla="*/ 2322530 w 11394183"/>
              <a:gd name="connsiteY89" fmla="*/ 805769 h 3300883"/>
              <a:gd name="connsiteX90" fmla="*/ 2265193 w 11394183"/>
              <a:gd name="connsiteY90" fmla="*/ 717949 h 3300883"/>
              <a:gd name="connsiteX91" fmla="*/ 2207130 w 11394183"/>
              <a:gd name="connsiteY91" fmla="*/ 781093 h 3300883"/>
              <a:gd name="connsiteX92" fmla="*/ 2253580 w 11394183"/>
              <a:gd name="connsiteY92" fmla="*/ 838430 h 3300883"/>
              <a:gd name="connsiteX93" fmla="*/ 2277531 w 11394183"/>
              <a:gd name="connsiteY93" fmla="*/ 877622 h 3300883"/>
              <a:gd name="connsiteX94" fmla="*/ 2278257 w 11394183"/>
              <a:gd name="connsiteY94" fmla="*/ 1596155 h 3300883"/>
              <a:gd name="connsiteX95" fmla="*/ 2241242 w 11394183"/>
              <a:gd name="connsiteY95" fmla="*/ 1631719 h 3300883"/>
              <a:gd name="connsiteX96" fmla="*/ 2205678 w 11394183"/>
              <a:gd name="connsiteY96" fmla="*/ 1666557 h 3300883"/>
              <a:gd name="connsiteX97" fmla="*/ 2204952 w 11394183"/>
              <a:gd name="connsiteY97" fmla="*/ 1742764 h 3300883"/>
              <a:gd name="connsiteX98" fmla="*/ 2123665 w 11394183"/>
              <a:gd name="connsiteY98" fmla="*/ 1747845 h 3300883"/>
              <a:gd name="connsiteX99" fmla="*/ 2101890 w 11394183"/>
              <a:gd name="connsiteY99" fmla="*/ 1747845 h 3300883"/>
              <a:gd name="connsiteX100" fmla="*/ 2074309 w 11394183"/>
              <a:gd name="connsiteY100" fmla="*/ 1720265 h 3300883"/>
              <a:gd name="connsiteX101" fmla="*/ 2074309 w 11394183"/>
              <a:gd name="connsiteY101" fmla="*/ 1630993 h 3300883"/>
              <a:gd name="connsiteX102" fmla="*/ 2008989 w 11394183"/>
              <a:gd name="connsiteY102" fmla="*/ 1618655 h 3300883"/>
              <a:gd name="connsiteX103" fmla="*/ 2002456 w 11394183"/>
              <a:gd name="connsiteY103" fmla="*/ 1599058 h 3300883"/>
              <a:gd name="connsiteX104" fmla="*/ 2002456 w 11394183"/>
              <a:gd name="connsiteY104" fmla="*/ 1135278 h 3300883"/>
              <a:gd name="connsiteX105" fmla="*/ 2005359 w 11394183"/>
              <a:gd name="connsiteY105" fmla="*/ 1117859 h 3300883"/>
              <a:gd name="connsiteX106" fmla="*/ 1660609 w 11394183"/>
              <a:gd name="connsiteY106" fmla="*/ 1117859 h 3300883"/>
              <a:gd name="connsiteX107" fmla="*/ 1623594 w 11394183"/>
              <a:gd name="connsiteY107" fmla="*/ 1104795 h 3300883"/>
              <a:gd name="connsiteX108" fmla="*/ 1617788 w 11394183"/>
              <a:gd name="connsiteY108" fmla="*/ 1073586 h 3300883"/>
              <a:gd name="connsiteX109" fmla="*/ 1617788 w 11394183"/>
              <a:gd name="connsiteY109" fmla="*/ 606177 h 3300883"/>
              <a:gd name="connsiteX110" fmla="*/ 1623594 w 11394183"/>
              <a:gd name="connsiteY110" fmla="*/ 575693 h 3300883"/>
              <a:gd name="connsiteX111" fmla="*/ 1623594 w 11394183"/>
              <a:gd name="connsiteY111" fmla="*/ 576420 h 3300883"/>
              <a:gd name="connsiteX112" fmla="*/ 1631577 w 11394183"/>
              <a:gd name="connsiteY112" fmla="*/ 561903 h 3300883"/>
              <a:gd name="connsiteX113" fmla="*/ 1640287 w 11394183"/>
              <a:gd name="connsiteY113" fmla="*/ 498760 h 3300883"/>
              <a:gd name="connsiteX114" fmla="*/ 1579321 w 11394183"/>
              <a:gd name="connsiteY114" fmla="*/ 467551 h 3300883"/>
              <a:gd name="connsiteX115" fmla="*/ 1526338 w 11394183"/>
              <a:gd name="connsiteY115" fmla="*/ 523437 h 3300883"/>
              <a:gd name="connsiteX116" fmla="*/ 1551015 w 11394183"/>
              <a:gd name="connsiteY116" fmla="*/ 578596 h 3300883"/>
              <a:gd name="connsiteX117" fmla="*/ 1581498 w 11394183"/>
              <a:gd name="connsiteY117" fmla="*/ 629402 h 3300883"/>
              <a:gd name="connsiteX118" fmla="*/ 1581498 w 11394183"/>
              <a:gd name="connsiteY118" fmla="*/ 1122214 h 3300883"/>
              <a:gd name="connsiteX119" fmla="*/ 1585853 w 11394183"/>
              <a:gd name="connsiteY119" fmla="*/ 1149068 h 3300883"/>
              <a:gd name="connsiteX120" fmla="*/ 1615610 w 11394183"/>
              <a:gd name="connsiteY120" fmla="*/ 1141084 h 3300883"/>
              <a:gd name="connsiteX121" fmla="*/ 1943667 w 11394183"/>
              <a:gd name="connsiteY121" fmla="*/ 1141084 h 3300883"/>
              <a:gd name="connsiteX122" fmla="*/ 1972699 w 11394183"/>
              <a:gd name="connsiteY122" fmla="*/ 1149793 h 3300883"/>
              <a:gd name="connsiteX123" fmla="*/ 1979957 w 11394183"/>
              <a:gd name="connsiteY123" fmla="*/ 1165761 h 3300883"/>
              <a:gd name="connsiteX124" fmla="*/ 1980683 w 11394183"/>
              <a:gd name="connsiteY124" fmla="*/ 1611396 h 3300883"/>
              <a:gd name="connsiteX125" fmla="*/ 1968344 w 11394183"/>
              <a:gd name="connsiteY125" fmla="*/ 1630267 h 3300883"/>
              <a:gd name="connsiteX126" fmla="*/ 1938587 w 11394183"/>
              <a:gd name="connsiteY126" fmla="*/ 1673814 h 3300883"/>
              <a:gd name="connsiteX127" fmla="*/ 1939313 w 11394183"/>
              <a:gd name="connsiteY127" fmla="*/ 1724619 h 3300883"/>
              <a:gd name="connsiteX128" fmla="*/ 1916087 w 11394183"/>
              <a:gd name="connsiteY128" fmla="*/ 1747845 h 3300883"/>
              <a:gd name="connsiteX129" fmla="*/ 1821734 w 11394183"/>
              <a:gd name="connsiteY129" fmla="*/ 1747845 h 3300883"/>
              <a:gd name="connsiteX130" fmla="*/ 1797784 w 11394183"/>
              <a:gd name="connsiteY130" fmla="*/ 1720991 h 3300883"/>
              <a:gd name="connsiteX131" fmla="*/ 1797784 w 11394183"/>
              <a:gd name="connsiteY131" fmla="*/ 1648412 h 3300883"/>
              <a:gd name="connsiteX132" fmla="*/ 1783993 w 11394183"/>
              <a:gd name="connsiteY132" fmla="*/ 1629541 h 3300883"/>
              <a:gd name="connsiteX133" fmla="*/ 1760768 w 11394183"/>
              <a:gd name="connsiteY133" fmla="*/ 1599784 h 3300883"/>
              <a:gd name="connsiteX134" fmla="*/ 1760768 w 11394183"/>
              <a:gd name="connsiteY134" fmla="*/ 1367531 h 3300883"/>
              <a:gd name="connsiteX135" fmla="*/ 1726656 w 11394183"/>
              <a:gd name="connsiteY135" fmla="*/ 1333418 h 3300883"/>
              <a:gd name="connsiteX136" fmla="*/ 1349971 w 11394183"/>
              <a:gd name="connsiteY136" fmla="*/ 1334145 h 3300883"/>
              <a:gd name="connsiteX137" fmla="*/ 1301343 w 11394183"/>
              <a:gd name="connsiteY137" fmla="*/ 1318178 h 3300883"/>
              <a:gd name="connsiteX138" fmla="*/ 1212797 w 11394183"/>
              <a:gd name="connsiteY138" fmla="*/ 1320354 h 3300883"/>
              <a:gd name="connsiteX139" fmla="*/ 1212071 w 11394183"/>
              <a:gd name="connsiteY139" fmla="*/ 1411078 h 3300883"/>
              <a:gd name="connsiteX140" fmla="*/ 1299166 w 11394183"/>
              <a:gd name="connsiteY140" fmla="*/ 1409626 h 3300883"/>
              <a:gd name="connsiteX141" fmla="*/ 1307149 w 11394183"/>
              <a:gd name="connsiteY141" fmla="*/ 1395111 h 3300883"/>
              <a:gd name="connsiteX142" fmla="*/ 1307149 w 11394183"/>
              <a:gd name="connsiteY142" fmla="*/ 1395837 h 3300883"/>
              <a:gd name="connsiteX143" fmla="*/ 1353600 w 11394183"/>
              <a:gd name="connsiteY143" fmla="*/ 1352289 h 3300883"/>
              <a:gd name="connsiteX144" fmla="*/ 1683835 w 11394183"/>
              <a:gd name="connsiteY144" fmla="*/ 1353015 h 3300883"/>
              <a:gd name="connsiteX145" fmla="*/ 1707060 w 11394183"/>
              <a:gd name="connsiteY145" fmla="*/ 1372612 h 3300883"/>
              <a:gd name="connsiteX146" fmla="*/ 1713592 w 11394183"/>
              <a:gd name="connsiteY146" fmla="*/ 1400191 h 3300883"/>
              <a:gd name="connsiteX147" fmla="*/ 1715043 w 11394183"/>
              <a:gd name="connsiteY147" fmla="*/ 1614299 h 3300883"/>
              <a:gd name="connsiteX148" fmla="*/ 1696899 w 11394183"/>
              <a:gd name="connsiteY148" fmla="*/ 1630267 h 3300883"/>
              <a:gd name="connsiteX149" fmla="*/ 1661335 w 11394183"/>
              <a:gd name="connsiteY149" fmla="*/ 1670911 h 3300883"/>
              <a:gd name="connsiteX150" fmla="*/ 1662061 w 11394183"/>
              <a:gd name="connsiteY150" fmla="*/ 1718087 h 3300883"/>
              <a:gd name="connsiteX151" fmla="*/ 1633030 w 11394183"/>
              <a:gd name="connsiteY151" fmla="*/ 1747119 h 3300883"/>
              <a:gd name="connsiteX152" fmla="*/ 1545934 w 11394183"/>
              <a:gd name="connsiteY152" fmla="*/ 1747119 h 3300883"/>
              <a:gd name="connsiteX153" fmla="*/ 1519080 w 11394183"/>
              <a:gd name="connsiteY153" fmla="*/ 1719540 h 3300883"/>
              <a:gd name="connsiteX154" fmla="*/ 1519080 w 11394183"/>
              <a:gd name="connsiteY154" fmla="*/ 1668734 h 3300883"/>
              <a:gd name="connsiteX155" fmla="*/ 1495129 w 11394183"/>
              <a:gd name="connsiteY155" fmla="*/ 1617928 h 3300883"/>
              <a:gd name="connsiteX156" fmla="*/ 1490048 w 11394183"/>
              <a:gd name="connsiteY156" fmla="*/ 1504706 h 3300883"/>
              <a:gd name="connsiteX157" fmla="*/ 1465372 w 11394183"/>
              <a:gd name="connsiteY157" fmla="*/ 1499625 h 3300883"/>
              <a:gd name="connsiteX158" fmla="*/ 934093 w 11394183"/>
              <a:gd name="connsiteY158" fmla="*/ 1499625 h 3300883"/>
              <a:gd name="connsiteX159" fmla="*/ 833208 w 11394183"/>
              <a:gd name="connsiteY159" fmla="*/ 1502528 h 3300883"/>
              <a:gd name="connsiteX160" fmla="*/ 794741 w 11394183"/>
              <a:gd name="connsiteY160" fmla="*/ 1533737 h 3300883"/>
              <a:gd name="connsiteX161" fmla="*/ 898529 w 11394183"/>
              <a:gd name="connsiteY161" fmla="*/ 1533737 h 3300883"/>
              <a:gd name="connsiteX162" fmla="*/ 1415292 w 11394183"/>
              <a:gd name="connsiteY162" fmla="*/ 1533737 h 3300883"/>
              <a:gd name="connsiteX163" fmla="*/ 1450130 w 11394183"/>
              <a:gd name="connsiteY163" fmla="*/ 1543898 h 3300883"/>
              <a:gd name="connsiteX164" fmla="*/ 1452307 w 11394183"/>
              <a:gd name="connsiteY164" fmla="*/ 1580187 h 3300883"/>
              <a:gd name="connsiteX165" fmla="*/ 1408034 w 11394183"/>
              <a:gd name="connsiteY165" fmla="*/ 1629541 h 3300883"/>
              <a:gd name="connsiteX166" fmla="*/ 1384083 w 11394183"/>
              <a:gd name="connsiteY166" fmla="*/ 1652766 h 3300883"/>
              <a:gd name="connsiteX167" fmla="*/ 1384083 w 11394183"/>
              <a:gd name="connsiteY167" fmla="*/ 1663653 h 3300883"/>
              <a:gd name="connsiteX168" fmla="*/ 1299891 w 11394183"/>
              <a:gd name="connsiteY168" fmla="*/ 1744942 h 3300883"/>
              <a:gd name="connsiteX169" fmla="*/ 1211345 w 11394183"/>
              <a:gd name="connsiteY169" fmla="*/ 1834214 h 3300883"/>
              <a:gd name="connsiteX170" fmla="*/ 1211345 w 11394183"/>
              <a:gd name="connsiteY170" fmla="*/ 1961227 h 3300883"/>
              <a:gd name="connsiteX171" fmla="*/ 1184491 w 11394183"/>
              <a:gd name="connsiteY171" fmla="*/ 1988082 h 3300883"/>
              <a:gd name="connsiteX172" fmla="*/ 1137315 w 11394183"/>
              <a:gd name="connsiteY172" fmla="*/ 1988082 h 3300883"/>
              <a:gd name="connsiteX173" fmla="*/ 1090864 w 11394183"/>
              <a:gd name="connsiteY173" fmla="*/ 2009129 h 3300883"/>
              <a:gd name="connsiteX174" fmla="*/ 1057477 w 11394183"/>
              <a:gd name="connsiteY174" fmla="*/ 2016388 h 3300883"/>
              <a:gd name="connsiteX175" fmla="*/ 557408 w 11394183"/>
              <a:gd name="connsiteY175" fmla="*/ 2014210 h 3300883"/>
              <a:gd name="connsiteX176" fmla="*/ 586439 w 11394183"/>
              <a:gd name="connsiteY176" fmla="*/ 2049048 h 3300883"/>
              <a:gd name="connsiteX177" fmla="*/ 1056026 w 11394183"/>
              <a:gd name="connsiteY177" fmla="*/ 2049048 h 3300883"/>
              <a:gd name="connsiteX178" fmla="*/ 1090864 w 11394183"/>
              <a:gd name="connsiteY178" fmla="*/ 2059209 h 3300883"/>
              <a:gd name="connsiteX179" fmla="*/ 1094493 w 11394183"/>
              <a:gd name="connsiteY179" fmla="*/ 2116546 h 3300883"/>
              <a:gd name="connsiteX180" fmla="*/ 1206991 w 11394183"/>
              <a:gd name="connsiteY180" fmla="*/ 2122353 h 3300883"/>
              <a:gd name="connsiteX181" fmla="*/ 1210619 w 11394183"/>
              <a:gd name="connsiteY181" fmla="*/ 2245011 h 3300883"/>
              <a:gd name="connsiteX182" fmla="*/ 1189571 w 11394183"/>
              <a:gd name="connsiteY182" fmla="*/ 2266060 h 3300883"/>
              <a:gd name="connsiteX183" fmla="*/ 1142395 w 11394183"/>
              <a:gd name="connsiteY183" fmla="*/ 2266060 h 3300883"/>
              <a:gd name="connsiteX184" fmla="*/ 1093767 w 11394183"/>
              <a:gd name="connsiteY184" fmla="*/ 2301623 h 3300883"/>
              <a:gd name="connsiteX185" fmla="*/ 1061832 w 11394183"/>
              <a:gd name="connsiteY185" fmla="*/ 2313962 h 3300883"/>
              <a:gd name="connsiteX186" fmla="*/ 528376 w 11394183"/>
              <a:gd name="connsiteY186" fmla="*/ 2313962 h 3300883"/>
              <a:gd name="connsiteX187" fmla="*/ 559586 w 11394183"/>
              <a:gd name="connsiteY187" fmla="*/ 2346622 h 3300883"/>
              <a:gd name="connsiteX188" fmla="*/ 1055300 w 11394183"/>
              <a:gd name="connsiteY188" fmla="*/ 2346622 h 3300883"/>
              <a:gd name="connsiteX189" fmla="*/ 1091589 w 11394183"/>
              <a:gd name="connsiteY189" fmla="*/ 2358235 h 3300883"/>
              <a:gd name="connsiteX190" fmla="*/ 1137315 w 11394183"/>
              <a:gd name="connsiteY190" fmla="*/ 2399605 h 3300883"/>
              <a:gd name="connsiteX191" fmla="*/ 1210619 w 11394183"/>
              <a:gd name="connsiteY191" fmla="*/ 2470732 h 3300883"/>
              <a:gd name="connsiteX192" fmla="*/ 1137315 w 11394183"/>
              <a:gd name="connsiteY192" fmla="*/ 2543311 h 3300883"/>
              <a:gd name="connsiteX193" fmla="*/ 1092315 w 11394183"/>
              <a:gd name="connsiteY193" fmla="*/ 2569440 h 3300883"/>
              <a:gd name="connsiteX194" fmla="*/ 1057477 w 11394183"/>
              <a:gd name="connsiteY194" fmla="*/ 2578149 h 3300883"/>
              <a:gd name="connsiteX195" fmla="*/ 557408 w 11394183"/>
              <a:gd name="connsiteY195" fmla="*/ 2578875 h 3300883"/>
              <a:gd name="connsiteX196" fmla="*/ 595875 w 11394183"/>
              <a:gd name="connsiteY196" fmla="*/ 2599197 h 3300883"/>
              <a:gd name="connsiteX197" fmla="*/ 1048042 w 11394183"/>
              <a:gd name="connsiteY197" fmla="*/ 2599922 h 3300883"/>
              <a:gd name="connsiteX198" fmla="*/ 1087235 w 11394183"/>
              <a:gd name="connsiteY198" fmla="*/ 2608632 h 3300883"/>
              <a:gd name="connsiteX199" fmla="*/ 1095218 w 11394183"/>
              <a:gd name="connsiteY199" fmla="*/ 2673954 h 3300883"/>
              <a:gd name="connsiteX200" fmla="*/ 1204087 w 11394183"/>
              <a:gd name="connsiteY200" fmla="*/ 2679034 h 3300883"/>
              <a:gd name="connsiteX201" fmla="*/ 1209894 w 11394183"/>
              <a:gd name="connsiteY201" fmla="*/ 2713872 h 3300883"/>
              <a:gd name="connsiteX202" fmla="*/ 1209167 w 11394183"/>
              <a:gd name="connsiteY202" fmla="*/ 2855401 h 3300883"/>
              <a:gd name="connsiteX203" fmla="*/ 1235296 w 11394183"/>
              <a:gd name="connsiteY203" fmla="*/ 2882255 h 3300883"/>
              <a:gd name="connsiteX204" fmla="*/ 1376825 w 11394183"/>
              <a:gd name="connsiteY204" fmla="*/ 2880804 h 3300883"/>
              <a:gd name="connsiteX205" fmla="*/ 1423276 w 11394183"/>
              <a:gd name="connsiteY205" fmla="*/ 2925802 h 3300883"/>
              <a:gd name="connsiteX206" fmla="*/ 1448678 w 11394183"/>
              <a:gd name="connsiteY206" fmla="*/ 3003462 h 3300883"/>
              <a:gd name="connsiteX207" fmla="*/ 1450856 w 11394183"/>
              <a:gd name="connsiteY207" fmla="*/ 3023784 h 3300883"/>
              <a:gd name="connsiteX208" fmla="*/ 1450856 w 11394183"/>
              <a:gd name="connsiteY208" fmla="*/ 3300883 h 3300883"/>
              <a:gd name="connsiteX209" fmla="*/ 1490048 w 11394183"/>
              <a:gd name="connsiteY209" fmla="*/ 3300883 h 3300883"/>
              <a:gd name="connsiteX210" fmla="*/ 1490048 w 11394183"/>
              <a:gd name="connsiteY210" fmla="*/ 3027414 h 3300883"/>
              <a:gd name="connsiteX211" fmla="*/ 1496580 w 11394183"/>
              <a:gd name="connsiteY211" fmla="*/ 2990398 h 3300883"/>
              <a:gd name="connsiteX212" fmla="*/ 1495855 w 11394183"/>
              <a:gd name="connsiteY212" fmla="*/ 2991124 h 3300883"/>
              <a:gd name="connsiteX213" fmla="*/ 1500210 w 11394183"/>
              <a:gd name="connsiteY213" fmla="*/ 2986043 h 3300883"/>
              <a:gd name="connsiteX214" fmla="*/ 1551741 w 11394183"/>
              <a:gd name="connsiteY214" fmla="*/ 2972979 h 3300883"/>
              <a:gd name="connsiteX215" fmla="*/ 1553918 w 11394183"/>
              <a:gd name="connsiteY215" fmla="*/ 2915641 h 3300883"/>
              <a:gd name="connsiteX216" fmla="*/ 1601821 w 11394183"/>
              <a:gd name="connsiteY216" fmla="*/ 2869191 h 3300883"/>
              <a:gd name="connsiteX217" fmla="*/ 1698350 w 11394183"/>
              <a:gd name="connsiteY217" fmla="*/ 2879352 h 3300883"/>
              <a:gd name="connsiteX218" fmla="*/ 1712866 w 11394183"/>
              <a:gd name="connsiteY218" fmla="*/ 3041929 h 3300883"/>
              <a:gd name="connsiteX219" fmla="*/ 1713637 w 11394183"/>
              <a:gd name="connsiteY219" fmla="*/ 3300883 h 3300883"/>
              <a:gd name="connsiteX220" fmla="*/ 1762496 w 11394183"/>
              <a:gd name="connsiteY220" fmla="*/ 3300883 h 3300883"/>
              <a:gd name="connsiteX221" fmla="*/ 1762220 w 11394183"/>
              <a:gd name="connsiteY221" fmla="*/ 3001284 h 3300883"/>
              <a:gd name="connsiteX222" fmla="*/ 1790526 w 11394183"/>
              <a:gd name="connsiteY222" fmla="*/ 2986043 h 3300883"/>
              <a:gd name="connsiteX223" fmla="*/ 1831896 w 11394183"/>
              <a:gd name="connsiteY223" fmla="*/ 2943947 h 3300883"/>
              <a:gd name="connsiteX224" fmla="*/ 1905926 w 11394183"/>
              <a:gd name="connsiteY224" fmla="*/ 2869917 h 3300883"/>
              <a:gd name="connsiteX225" fmla="*/ 1978506 w 11394183"/>
              <a:gd name="connsiteY225" fmla="*/ 2878626 h 3300883"/>
              <a:gd name="connsiteX226" fmla="*/ 1982134 w 11394183"/>
              <a:gd name="connsiteY226" fmla="*/ 2968624 h 3300883"/>
              <a:gd name="connsiteX227" fmla="*/ 1991570 w 11394183"/>
              <a:gd name="connsiteY227" fmla="*/ 2992576 h 3300883"/>
              <a:gd name="connsiteX228" fmla="*/ 2016247 w 11394183"/>
              <a:gd name="connsiteY228" fmla="*/ 3034671 h 3300883"/>
              <a:gd name="connsiteX229" fmla="*/ 2016442 w 11394183"/>
              <a:gd name="connsiteY229" fmla="*/ 3300883 h 3300883"/>
              <a:gd name="connsiteX230" fmla="*/ 2053457 w 11394183"/>
              <a:gd name="connsiteY230" fmla="*/ 3300883 h 3300883"/>
              <a:gd name="connsiteX231" fmla="*/ 2053262 w 11394183"/>
              <a:gd name="connsiteY231" fmla="*/ 3025236 h 3300883"/>
              <a:gd name="connsiteX232" fmla="*/ 2088826 w 11394183"/>
              <a:gd name="connsiteY232" fmla="*/ 2983866 h 3300883"/>
              <a:gd name="connsiteX233" fmla="*/ 2106244 w 11394183"/>
              <a:gd name="connsiteY233" fmla="*/ 2966447 h 3300883"/>
              <a:gd name="connsiteX234" fmla="*/ 2106244 w 11394183"/>
              <a:gd name="connsiteY234" fmla="*/ 2944673 h 3300883"/>
              <a:gd name="connsiteX235" fmla="*/ 2184631 w 11394183"/>
              <a:gd name="connsiteY235" fmla="*/ 2869917 h 3300883"/>
              <a:gd name="connsiteX236" fmla="*/ 2254307 w 11394183"/>
              <a:gd name="connsiteY236" fmla="*/ 2880078 h 3300883"/>
              <a:gd name="connsiteX237" fmla="*/ 2257210 w 11394183"/>
              <a:gd name="connsiteY237" fmla="*/ 2970075 h 3300883"/>
              <a:gd name="connsiteX238" fmla="*/ 2277531 w 11394183"/>
              <a:gd name="connsiteY238" fmla="*/ 2993301 h 3300883"/>
              <a:gd name="connsiteX239" fmla="*/ 2316725 w 11394183"/>
              <a:gd name="connsiteY239" fmla="*/ 3035397 h 3300883"/>
              <a:gd name="connsiteX240" fmla="*/ 2316725 w 11394183"/>
              <a:gd name="connsiteY240" fmla="*/ 3300883 h 3300883"/>
              <a:gd name="connsiteX241" fmla="*/ 2350697 w 11394183"/>
              <a:gd name="connsiteY241" fmla="*/ 3300883 h 3300883"/>
              <a:gd name="connsiteX242" fmla="*/ 2350836 w 11394183"/>
              <a:gd name="connsiteY242" fmla="*/ 3033946 h 3300883"/>
              <a:gd name="connsiteX243" fmla="*/ 2360997 w 11394183"/>
              <a:gd name="connsiteY243" fmla="*/ 2992576 h 3300883"/>
              <a:gd name="connsiteX244" fmla="*/ 2386399 w 11394183"/>
              <a:gd name="connsiteY244" fmla="*/ 2983866 h 3300883"/>
              <a:gd name="connsiteX245" fmla="*/ 2383497 w 11394183"/>
              <a:gd name="connsiteY245" fmla="*/ 2901126 h 3300883"/>
              <a:gd name="connsiteX246" fmla="*/ 2403093 w 11394183"/>
              <a:gd name="connsiteY246" fmla="*/ 2869917 h 3300883"/>
              <a:gd name="connsiteX247" fmla="*/ 2522123 w 11394183"/>
              <a:gd name="connsiteY247" fmla="*/ 2870642 h 3300883"/>
              <a:gd name="connsiteX248" fmla="*/ 2530832 w 11394183"/>
              <a:gd name="connsiteY248" fmla="*/ 2880804 h 3300883"/>
              <a:gd name="connsiteX249" fmla="*/ 2537364 w 11394183"/>
              <a:gd name="connsiteY249" fmla="*/ 2992576 h 3300883"/>
              <a:gd name="connsiteX250" fmla="*/ 2632443 w 11394183"/>
              <a:gd name="connsiteY250" fmla="*/ 2985317 h 3300883"/>
              <a:gd name="connsiteX251" fmla="*/ 2663652 w 11394183"/>
              <a:gd name="connsiteY251" fmla="*/ 2954835 h 3300883"/>
              <a:gd name="connsiteX252" fmla="*/ 2752198 w 11394183"/>
              <a:gd name="connsiteY252" fmla="*/ 2869191 h 3300883"/>
              <a:gd name="connsiteX253" fmla="*/ 2798649 w 11394183"/>
              <a:gd name="connsiteY253" fmla="*/ 2869191 h 3300883"/>
              <a:gd name="connsiteX254" fmla="*/ 2798649 w 11394183"/>
              <a:gd name="connsiteY254" fmla="*/ 2879352 h 3300883"/>
              <a:gd name="connsiteX255" fmla="*/ 2681797 w 11394183"/>
              <a:gd name="connsiteY255" fmla="*/ 2879352 h 3300883"/>
              <a:gd name="connsiteX256" fmla="*/ 2710828 w 11394183"/>
              <a:gd name="connsiteY256" fmla="*/ 2880804 h 3300883"/>
              <a:gd name="connsiteX257" fmla="*/ 2809536 w 11394183"/>
              <a:gd name="connsiteY257" fmla="*/ 2985317 h 3300883"/>
              <a:gd name="connsiteX258" fmla="*/ 2910420 w 11394183"/>
              <a:gd name="connsiteY258" fmla="*/ 2984592 h 3300883"/>
              <a:gd name="connsiteX259" fmla="*/ 2940177 w 11394183"/>
              <a:gd name="connsiteY259" fmla="*/ 2956286 h 3300883"/>
              <a:gd name="connsiteX260" fmla="*/ 2938000 w 11394183"/>
              <a:gd name="connsiteY260" fmla="*/ 2915733 h 3300883"/>
              <a:gd name="connsiteX261" fmla="*/ 2946568 w 11394183"/>
              <a:gd name="connsiteY261" fmla="*/ 2876375 h 3300883"/>
              <a:gd name="connsiteX262" fmla="*/ 2945985 w 11394183"/>
              <a:gd name="connsiteY262" fmla="*/ 2876449 h 3300883"/>
              <a:gd name="connsiteX263" fmla="*/ 2946710 w 11394183"/>
              <a:gd name="connsiteY263" fmla="*/ 2875723 h 3300883"/>
              <a:gd name="connsiteX264" fmla="*/ 2946568 w 11394183"/>
              <a:gd name="connsiteY264" fmla="*/ 2876375 h 3300883"/>
              <a:gd name="connsiteX265" fmla="*/ 3016658 w 11394183"/>
              <a:gd name="connsiteY265" fmla="*/ 2867467 h 3300883"/>
              <a:gd name="connsiteX266" fmla="*/ 3086787 w 11394183"/>
              <a:gd name="connsiteY266" fmla="*/ 2878626 h 3300883"/>
              <a:gd name="connsiteX267" fmla="*/ 3094045 w 11394183"/>
              <a:gd name="connsiteY267" fmla="*/ 2908384 h 3300883"/>
              <a:gd name="connsiteX268" fmla="*/ 3169527 w 11394183"/>
              <a:gd name="connsiteY268" fmla="*/ 2984592 h 3300883"/>
              <a:gd name="connsiteX269" fmla="*/ 3215978 w 11394183"/>
              <a:gd name="connsiteY269" fmla="*/ 2938141 h 3300883"/>
              <a:gd name="connsiteX270" fmla="*/ 3282751 w 11394183"/>
              <a:gd name="connsiteY270" fmla="*/ 2869191 h 3300883"/>
              <a:gd name="connsiteX271" fmla="*/ 3453311 w 11394183"/>
              <a:gd name="connsiteY271" fmla="*/ 2869917 h 3300883"/>
              <a:gd name="connsiteX272" fmla="*/ 3498311 w 11394183"/>
              <a:gd name="connsiteY272" fmla="*/ 2827095 h 3300883"/>
              <a:gd name="connsiteX273" fmla="*/ 3496859 w 11394183"/>
              <a:gd name="connsiteY273" fmla="*/ 2565810 h 3300883"/>
              <a:gd name="connsiteX274" fmla="*/ 3544761 w 11394183"/>
              <a:gd name="connsiteY274" fmla="*/ 2520086 h 3300883"/>
              <a:gd name="connsiteX275" fmla="*/ 3591938 w 11394183"/>
              <a:gd name="connsiteY275" fmla="*/ 2520086 h 3300883"/>
              <a:gd name="connsiteX276" fmla="*/ 3613711 w 11394183"/>
              <a:gd name="connsiteY276" fmla="*/ 2507022 h 3300883"/>
              <a:gd name="connsiteX277" fmla="*/ 3646372 w 11394183"/>
              <a:gd name="connsiteY277" fmla="*/ 2481619 h 3300883"/>
              <a:gd name="connsiteX278" fmla="*/ 4048460 w 11394183"/>
              <a:gd name="connsiteY278" fmla="*/ 2481619 h 3300883"/>
              <a:gd name="connsiteX279" fmla="*/ 4078217 w 11394183"/>
              <a:gd name="connsiteY279" fmla="*/ 2489602 h 3300883"/>
              <a:gd name="connsiteX280" fmla="*/ 4063702 w 11394183"/>
              <a:gd name="connsiteY280" fmla="*/ 2557827 h 3300883"/>
              <a:gd name="connsiteX281" fmla="*/ 3740724 w 11394183"/>
              <a:gd name="connsiteY281" fmla="*/ 3121765 h 3300883"/>
              <a:gd name="connsiteX282" fmla="*/ 3566535 w 11394183"/>
              <a:gd name="connsiteY282" fmla="*/ 3262569 h 3300883"/>
              <a:gd name="connsiteX283" fmla="*/ 3548027 w 11394183"/>
              <a:gd name="connsiteY283" fmla="*/ 3286067 h 3300883"/>
              <a:gd name="connsiteX284" fmla="*/ 3562779 w 11394183"/>
              <a:gd name="connsiteY284" fmla="*/ 3300883 h 3300883"/>
              <a:gd name="connsiteX285" fmla="*/ 4927481 w 11394183"/>
              <a:gd name="connsiteY285" fmla="*/ 3300883 h 3300883"/>
              <a:gd name="connsiteX286" fmla="*/ 6796755 w 11394183"/>
              <a:gd name="connsiteY286" fmla="*/ 3296863 h 3300883"/>
              <a:gd name="connsiteX287" fmla="*/ 9075283 w 11394183"/>
              <a:gd name="connsiteY287" fmla="*/ 3297407 h 3300883"/>
              <a:gd name="connsiteX288" fmla="*/ 9637770 w 11394183"/>
              <a:gd name="connsiteY288" fmla="*/ 3298133 h 3300883"/>
              <a:gd name="connsiteX289" fmla="*/ 9759703 w 11394183"/>
              <a:gd name="connsiteY289" fmla="*/ 3262569 h 3300883"/>
              <a:gd name="connsiteX290" fmla="*/ 10484767 w 11394183"/>
              <a:gd name="connsiteY290" fmla="*/ 2822015 h 3300883"/>
              <a:gd name="connsiteX291" fmla="*/ 11394183 w 11394183"/>
              <a:gd name="connsiteY291" fmla="*/ 2251543 h 3300883"/>
              <a:gd name="connsiteX292" fmla="*/ 9760429 w 11394183"/>
              <a:gd name="connsiteY292" fmla="*/ 1255034 h 3300883"/>
              <a:gd name="connsiteX293" fmla="*/ 9609464 w 11394183"/>
              <a:gd name="connsiteY293" fmla="*/ 1208583 h 3300883"/>
              <a:gd name="connsiteX294" fmla="*/ 6151074 w 11394183"/>
              <a:gd name="connsiteY294" fmla="*/ 1210034 h 3300883"/>
              <a:gd name="connsiteX295" fmla="*/ 3621696 w 11394183"/>
              <a:gd name="connsiteY295" fmla="*/ 1208583 h 3300883"/>
              <a:gd name="connsiteX296" fmla="*/ 3552745 w 11394183"/>
              <a:gd name="connsiteY296" fmla="*/ 1211486 h 3300883"/>
              <a:gd name="connsiteX297" fmla="*/ 3526616 w 11394183"/>
              <a:gd name="connsiteY297" fmla="*/ 1225276 h 3300883"/>
              <a:gd name="connsiteX298" fmla="*/ 3541858 w 11394183"/>
              <a:gd name="connsiteY298" fmla="*/ 1252131 h 3300883"/>
              <a:gd name="connsiteX299" fmla="*/ 3581050 w 11394183"/>
              <a:gd name="connsiteY299" fmla="*/ 1278984 h 3300883"/>
              <a:gd name="connsiteX300" fmla="*/ 4092007 w 11394183"/>
              <a:gd name="connsiteY300" fmla="*/ 2112917 h 3300883"/>
              <a:gd name="connsiteX301" fmla="*/ 4068782 w 11394183"/>
              <a:gd name="connsiteY301" fmla="*/ 2144852 h 3300883"/>
              <a:gd name="connsiteX302" fmla="*/ 3644195 w 11394183"/>
              <a:gd name="connsiteY302" fmla="*/ 2144127 h 3300883"/>
              <a:gd name="connsiteX303" fmla="*/ 3623147 w 11394183"/>
              <a:gd name="connsiteY303" fmla="*/ 2136142 h 3300883"/>
              <a:gd name="connsiteX304" fmla="*/ 3589760 w 11394183"/>
              <a:gd name="connsiteY304" fmla="*/ 2117998 h 3300883"/>
              <a:gd name="connsiteX305" fmla="*/ 3504842 w 11394183"/>
              <a:gd name="connsiteY305" fmla="*/ 2105660 h 3300883"/>
              <a:gd name="connsiteX306" fmla="*/ 3499037 w 11394183"/>
              <a:gd name="connsiteY306" fmla="*/ 2089693 h 3300883"/>
              <a:gd name="connsiteX307" fmla="*/ 3499037 w 11394183"/>
              <a:gd name="connsiteY307" fmla="*/ 1765989 h 3300883"/>
              <a:gd name="connsiteX308" fmla="*/ 3504842 w 11394183"/>
              <a:gd name="connsiteY308" fmla="*/ 1750022 h 3300883"/>
              <a:gd name="connsiteX309" fmla="*/ 3491053 w 11394183"/>
              <a:gd name="connsiteY309" fmla="*/ 1744216 h 3300883"/>
              <a:gd name="connsiteX310" fmla="*/ 3248639 w 11394183"/>
              <a:gd name="connsiteY310" fmla="*/ 1744942 h 3300883"/>
              <a:gd name="connsiteX311" fmla="*/ 3186220 w 11394183"/>
              <a:gd name="connsiteY311" fmla="*/ 1683975 h 3300883"/>
              <a:gd name="connsiteX312" fmla="*/ 3172431 w 11394183"/>
              <a:gd name="connsiteY312" fmla="*/ 1617928 h 3300883"/>
              <a:gd name="connsiteX313" fmla="*/ 3165898 w 11394183"/>
              <a:gd name="connsiteY313" fmla="*/ 1591074 h 3300883"/>
              <a:gd name="connsiteX314" fmla="*/ 3165898 w 11394183"/>
              <a:gd name="connsiteY314" fmla="*/ 1007539 h 3300883"/>
              <a:gd name="connsiteX315" fmla="*/ 3172375 w 11394183"/>
              <a:gd name="connsiteY315" fmla="*/ 980915 h 3300883"/>
              <a:gd name="connsiteX316" fmla="*/ 3171705 w 11394183"/>
              <a:gd name="connsiteY316" fmla="*/ 981410 h 3300883"/>
              <a:gd name="connsiteX317" fmla="*/ 3172431 w 11394183"/>
              <a:gd name="connsiteY317" fmla="*/ 980685 h 3300883"/>
              <a:gd name="connsiteX318" fmla="*/ 3172375 w 11394183"/>
              <a:gd name="connsiteY318" fmla="*/ 980915 h 3300883"/>
              <a:gd name="connsiteX319" fmla="*/ 3184225 w 11394183"/>
              <a:gd name="connsiteY319" fmla="*/ 972157 h 3300883"/>
              <a:gd name="connsiteX320" fmla="*/ 3200011 w 11394183"/>
              <a:gd name="connsiteY320" fmla="*/ 972701 h 3300883"/>
              <a:gd name="connsiteX321" fmla="*/ 3781369 w 11394183"/>
              <a:gd name="connsiteY321" fmla="*/ 972701 h 3300883"/>
              <a:gd name="connsiteX322" fmla="*/ 3809675 w 11394183"/>
              <a:gd name="connsiteY322" fmla="*/ 981410 h 3300883"/>
              <a:gd name="connsiteX323" fmla="*/ 3808949 w 11394183"/>
              <a:gd name="connsiteY323" fmla="*/ 980685 h 3300883"/>
              <a:gd name="connsiteX324" fmla="*/ 3813303 w 11394183"/>
              <a:gd name="connsiteY324" fmla="*/ 984314 h 3300883"/>
              <a:gd name="connsiteX325" fmla="*/ 3811127 w 11394183"/>
              <a:gd name="connsiteY325" fmla="*/ 986491 h 3300883"/>
              <a:gd name="connsiteX326" fmla="*/ 3831448 w 11394183"/>
              <a:gd name="connsiteY326" fmla="*/ 1017700 h 3300883"/>
              <a:gd name="connsiteX327" fmla="*/ 3912011 w 11394183"/>
              <a:gd name="connsiteY327" fmla="*/ 1017700 h 3300883"/>
              <a:gd name="connsiteX328" fmla="*/ 3919269 w 11394183"/>
              <a:gd name="connsiteY328" fmla="*/ 1010442 h 3300883"/>
              <a:gd name="connsiteX329" fmla="*/ 3926527 w 11394183"/>
              <a:gd name="connsiteY329" fmla="*/ 1002459 h 3300883"/>
              <a:gd name="connsiteX330" fmla="*/ 3928705 w 11394183"/>
              <a:gd name="connsiteY330" fmla="*/ 934960 h 3300883"/>
              <a:gd name="connsiteX331" fmla="*/ 3838706 w 11394183"/>
              <a:gd name="connsiteY331" fmla="*/ 922621 h 3300883"/>
              <a:gd name="connsiteX332" fmla="*/ 3790078 w 11394183"/>
              <a:gd name="connsiteY332" fmla="*/ 939315 h 3300883"/>
              <a:gd name="connsiteX333" fmla="*/ 3191301 w 11394183"/>
              <a:gd name="connsiteY333" fmla="*/ 939315 h 3300883"/>
              <a:gd name="connsiteX334" fmla="*/ 3141947 w 11394183"/>
              <a:gd name="connsiteY334" fmla="*/ 987217 h 3300883"/>
              <a:gd name="connsiteX335" fmla="*/ 3141947 w 11394183"/>
              <a:gd name="connsiteY335" fmla="*/ 1596881 h 3300883"/>
              <a:gd name="connsiteX336" fmla="*/ 3117271 w 11394183"/>
              <a:gd name="connsiteY336" fmla="*/ 1630267 h 3300883"/>
              <a:gd name="connsiteX337" fmla="*/ 3049046 w 11394183"/>
              <a:gd name="connsiteY337" fmla="*/ 1702846 h 3300883"/>
              <a:gd name="connsiteX338" fmla="*/ 3049773 w 11394183"/>
              <a:gd name="connsiteY338" fmla="*/ 1724619 h 3300883"/>
              <a:gd name="connsiteX339" fmla="*/ 3030176 w 11394183"/>
              <a:gd name="connsiteY339" fmla="*/ 1746393 h 3300883"/>
              <a:gd name="connsiteX340" fmla="*/ 2968483 w 11394183"/>
              <a:gd name="connsiteY340" fmla="*/ 1746393 h 3300883"/>
              <a:gd name="connsiteX341" fmla="*/ 2909695 w 11394183"/>
              <a:gd name="connsiteY341" fmla="*/ 1689782 h 3300883"/>
              <a:gd name="connsiteX342" fmla="*/ 2874131 w 11394183"/>
              <a:gd name="connsiteY342" fmla="*/ 1617928 h 3300883"/>
              <a:gd name="connsiteX343" fmla="*/ 2863970 w 11394183"/>
              <a:gd name="connsiteY343" fmla="*/ 1584542 h 3300883"/>
              <a:gd name="connsiteX344" fmla="*/ 2863970 w 11394183"/>
              <a:gd name="connsiteY344" fmla="*/ 535775 h 3300883"/>
              <a:gd name="connsiteX345" fmla="*/ 2871228 w 11394183"/>
              <a:gd name="connsiteY345" fmla="*/ 502389 h 3300883"/>
              <a:gd name="connsiteX346" fmla="*/ 2870501 w 11394183"/>
              <a:gd name="connsiteY346" fmla="*/ 503114 h 3300883"/>
              <a:gd name="connsiteX347" fmla="*/ 2906066 w 11394183"/>
              <a:gd name="connsiteY347" fmla="*/ 494405 h 3300883"/>
              <a:gd name="connsiteX348" fmla="*/ 3344443 w 11394183"/>
              <a:gd name="connsiteY348" fmla="*/ 495131 h 3300883"/>
              <a:gd name="connsiteX349" fmla="*/ 3378556 w 11394183"/>
              <a:gd name="connsiteY349" fmla="*/ 460293 h 3300883"/>
              <a:gd name="connsiteX350" fmla="*/ 3378556 w 11394183"/>
              <a:gd name="connsiteY350" fmla="*/ 206266 h 3300883"/>
              <a:gd name="connsiteX351" fmla="*/ 3393071 w 11394183"/>
              <a:gd name="connsiteY351" fmla="*/ 176509 h 3300883"/>
              <a:gd name="connsiteX352" fmla="*/ 3414845 w 11394183"/>
              <a:gd name="connsiteY352" fmla="*/ 154735 h 3300883"/>
              <a:gd name="connsiteX353" fmla="*/ 3417022 w 11394183"/>
              <a:gd name="connsiteY353" fmla="*/ 92317 h 3300883"/>
              <a:gd name="connsiteX354" fmla="*/ 3349523 w 11394183"/>
              <a:gd name="connsiteY354" fmla="*/ 62560 h 3300883"/>
              <a:gd name="connsiteX355" fmla="*/ 3300169 w 11394183"/>
              <a:gd name="connsiteY355" fmla="*/ 109736 h 3300883"/>
              <a:gd name="connsiteX356" fmla="*/ 3330653 w 11394183"/>
              <a:gd name="connsiteY356" fmla="*/ 180863 h 3300883"/>
              <a:gd name="connsiteX357" fmla="*/ 3352427 w 11394183"/>
              <a:gd name="connsiteY357" fmla="*/ 224411 h 3300883"/>
              <a:gd name="connsiteX358" fmla="*/ 3353153 w 11394183"/>
              <a:gd name="connsiteY358" fmla="*/ 438519 h 3300883"/>
              <a:gd name="connsiteX359" fmla="*/ 3319041 w 11394183"/>
              <a:gd name="connsiteY359" fmla="*/ 472632 h 3300883"/>
              <a:gd name="connsiteX360" fmla="*/ 2869050 w 11394183"/>
              <a:gd name="connsiteY360" fmla="*/ 471179 h 3300883"/>
              <a:gd name="connsiteX361" fmla="*/ 2825503 w 11394183"/>
              <a:gd name="connsiteY361" fmla="*/ 513276 h 3300883"/>
              <a:gd name="connsiteX362" fmla="*/ 2826955 w 11394183"/>
              <a:gd name="connsiteY362" fmla="*/ 1601961 h 3300883"/>
              <a:gd name="connsiteX363" fmla="*/ 2800100 w 11394183"/>
              <a:gd name="connsiteY363" fmla="*/ 1631719 h 3300883"/>
              <a:gd name="connsiteX364" fmla="*/ 2768891 w 11394183"/>
              <a:gd name="connsiteY364" fmla="*/ 1661476 h 3300883"/>
              <a:gd name="connsiteX365" fmla="*/ 2768891 w 11394183"/>
              <a:gd name="connsiteY365" fmla="*/ 1686878 h 3300883"/>
              <a:gd name="connsiteX366" fmla="*/ 2708650 w 11394183"/>
              <a:gd name="connsiteY366" fmla="*/ 1747845 h 3300883"/>
              <a:gd name="connsiteX367" fmla="*/ 2626636 w 11394183"/>
              <a:gd name="connsiteY367" fmla="*/ 1667282 h 3300883"/>
              <a:gd name="connsiteX368" fmla="*/ 2593976 w 11394183"/>
              <a:gd name="connsiteY368" fmla="*/ 1631719 h 3300883"/>
              <a:gd name="connsiteX369" fmla="*/ 2570751 w 11394183"/>
              <a:gd name="connsiteY369" fmla="*/ 1619380 h 3300883"/>
              <a:gd name="connsiteX370" fmla="*/ 2566396 w 11394183"/>
              <a:gd name="connsiteY370" fmla="*/ 1580914 h 3300883"/>
              <a:gd name="connsiteX371" fmla="*/ 2566396 w 11394183"/>
              <a:gd name="connsiteY371" fmla="*/ 137317 h 3300883"/>
              <a:gd name="connsiteX372" fmla="*/ 2573653 w 11394183"/>
              <a:gd name="connsiteY372" fmla="*/ 104655 h 3300883"/>
              <a:gd name="connsiteX373" fmla="*/ 2573653 w 11394183"/>
              <a:gd name="connsiteY373" fmla="*/ 105382 h 3300883"/>
              <a:gd name="connsiteX374" fmla="*/ 2580912 w 11394183"/>
              <a:gd name="connsiteY374" fmla="*/ 97398 h 3300883"/>
              <a:gd name="connsiteX375" fmla="*/ 2588896 w 11394183"/>
              <a:gd name="connsiteY375" fmla="*/ 40786 h 3300883"/>
              <a:gd name="connsiteX376" fmla="*/ 2529381 w 11394183"/>
              <a:gd name="connsiteY376" fmla="*/ 142 h 3300883"/>
              <a:gd name="connsiteX0" fmla="*/ 3168075 w 11394183"/>
              <a:gd name="connsiteY0" fmla="*/ 3011446 h 3300883"/>
              <a:gd name="connsiteX1" fmla="*/ 3141946 w 11394183"/>
              <a:gd name="connsiteY1" fmla="*/ 3047736 h 3300883"/>
              <a:gd name="connsiteX2" fmla="*/ 3141946 w 11394183"/>
              <a:gd name="connsiteY2" fmla="*/ 3300883 h 3300883"/>
              <a:gd name="connsiteX3" fmla="*/ 3165898 w 11394183"/>
              <a:gd name="connsiteY3" fmla="*/ 3300883 h 3300883"/>
              <a:gd name="connsiteX4" fmla="*/ 3165898 w 11394183"/>
              <a:gd name="connsiteY4" fmla="*/ 3029591 h 3300883"/>
              <a:gd name="connsiteX5" fmla="*/ 3168075 w 11394183"/>
              <a:gd name="connsiteY5" fmla="*/ 3011446 h 3300883"/>
              <a:gd name="connsiteX6" fmla="*/ 2591366 w 11394183"/>
              <a:gd name="connsiteY6" fmla="*/ 3007317 h 3300883"/>
              <a:gd name="connsiteX7" fmla="*/ 2577282 w 11394183"/>
              <a:gd name="connsiteY7" fmla="*/ 3041202 h 3300883"/>
              <a:gd name="connsiteX8" fmla="*/ 2577491 w 11394183"/>
              <a:gd name="connsiteY8" fmla="*/ 3300883 h 3300883"/>
              <a:gd name="connsiteX9" fmla="*/ 2606313 w 11394183"/>
              <a:gd name="connsiteY9" fmla="*/ 3300883 h 3300883"/>
              <a:gd name="connsiteX10" fmla="*/ 2606313 w 11394183"/>
              <a:gd name="connsiteY10" fmla="*/ 3041928 h 3300883"/>
              <a:gd name="connsiteX11" fmla="*/ 2610667 w 11394183"/>
              <a:gd name="connsiteY11" fmla="*/ 3013622 h 3300883"/>
              <a:gd name="connsiteX12" fmla="*/ 2591366 w 11394183"/>
              <a:gd name="connsiteY12" fmla="*/ 3007317 h 3300883"/>
              <a:gd name="connsiteX13" fmla="*/ 2903083 w 11394183"/>
              <a:gd name="connsiteY13" fmla="*/ 3005447 h 3300883"/>
              <a:gd name="connsiteX14" fmla="*/ 2887195 w 11394183"/>
              <a:gd name="connsiteY14" fmla="*/ 3009994 h 3300883"/>
              <a:gd name="connsiteX15" fmla="*/ 2877033 w 11394183"/>
              <a:gd name="connsiteY15" fmla="*/ 3048460 h 3300883"/>
              <a:gd name="connsiteX16" fmla="*/ 2877033 w 11394183"/>
              <a:gd name="connsiteY16" fmla="*/ 3300883 h 3300883"/>
              <a:gd name="connsiteX17" fmla="*/ 2924210 w 11394183"/>
              <a:gd name="connsiteY17" fmla="*/ 3300883 h 3300883"/>
              <a:gd name="connsiteX18" fmla="*/ 2924210 w 11394183"/>
              <a:gd name="connsiteY18" fmla="*/ 3039025 h 3300883"/>
              <a:gd name="connsiteX19" fmla="*/ 2903083 w 11394183"/>
              <a:gd name="connsiteY19" fmla="*/ 3005447 h 3300883"/>
              <a:gd name="connsiteX20" fmla="*/ 1413840 w 11394183"/>
              <a:gd name="connsiteY20" fmla="*/ 2870642 h 3300883"/>
              <a:gd name="connsiteX21" fmla="*/ 1414566 w 11394183"/>
              <a:gd name="connsiteY21" fmla="*/ 2874271 h 3300883"/>
              <a:gd name="connsiteX22" fmla="*/ 1228038 w 11394183"/>
              <a:gd name="connsiteY22" fmla="*/ 2874271 h 3300883"/>
              <a:gd name="connsiteX23" fmla="*/ 1228038 w 11394183"/>
              <a:gd name="connsiteY23" fmla="*/ 2870642 h 3300883"/>
              <a:gd name="connsiteX24" fmla="*/ 1413840 w 11394183"/>
              <a:gd name="connsiteY24" fmla="*/ 2870642 h 3300883"/>
              <a:gd name="connsiteX25" fmla="*/ 3635032 w 11394183"/>
              <a:gd name="connsiteY25" fmla="*/ 2179418 h 3300883"/>
              <a:gd name="connsiteX26" fmla="*/ 3649275 w 11394183"/>
              <a:gd name="connsiteY26" fmla="*/ 2179690 h 3300883"/>
              <a:gd name="connsiteX27" fmla="*/ 4079669 w 11394183"/>
              <a:gd name="connsiteY27" fmla="*/ 2179690 h 3300883"/>
              <a:gd name="connsiteX28" fmla="*/ 4093459 w 11394183"/>
              <a:gd name="connsiteY28" fmla="*/ 2186222 h 3300883"/>
              <a:gd name="connsiteX29" fmla="*/ 3622421 w 11394183"/>
              <a:gd name="connsiteY29" fmla="*/ 2186222 h 3300883"/>
              <a:gd name="connsiteX30" fmla="*/ 3624598 w 11394183"/>
              <a:gd name="connsiteY30" fmla="*/ 2190577 h 3300883"/>
              <a:gd name="connsiteX31" fmla="*/ 4062975 w 11394183"/>
              <a:gd name="connsiteY31" fmla="*/ 2190577 h 3300883"/>
              <a:gd name="connsiteX32" fmla="*/ 4102168 w 11394183"/>
              <a:gd name="connsiteY32" fmla="*/ 2228318 h 3300883"/>
              <a:gd name="connsiteX33" fmla="*/ 4093459 w 11394183"/>
              <a:gd name="connsiteY33" fmla="*/ 2416298 h 3300883"/>
              <a:gd name="connsiteX34" fmla="*/ 4059347 w 11394183"/>
              <a:gd name="connsiteY34" fmla="*/ 2447507 h 3300883"/>
              <a:gd name="connsiteX35" fmla="*/ 3650000 w 11394183"/>
              <a:gd name="connsiteY35" fmla="*/ 2447507 h 3300883"/>
              <a:gd name="connsiteX36" fmla="*/ 3621696 w 11394183"/>
              <a:gd name="connsiteY36" fmla="*/ 2418475 h 3300883"/>
              <a:gd name="connsiteX37" fmla="*/ 3598470 w 11394183"/>
              <a:gd name="connsiteY37" fmla="*/ 2396702 h 3300883"/>
              <a:gd name="connsiteX38" fmla="*/ 3504842 w 11394183"/>
              <a:gd name="connsiteY38" fmla="*/ 2387266 h 3300883"/>
              <a:gd name="connsiteX39" fmla="*/ 3506294 w 11394183"/>
              <a:gd name="connsiteY39" fmla="*/ 2251543 h 3300883"/>
              <a:gd name="connsiteX40" fmla="*/ 3618791 w 11394183"/>
              <a:gd name="connsiteY40" fmla="*/ 2250818 h 3300883"/>
              <a:gd name="connsiteX41" fmla="*/ 3620969 w 11394183"/>
              <a:gd name="connsiteY41" fmla="*/ 2195657 h 3300883"/>
              <a:gd name="connsiteX42" fmla="*/ 3622421 w 11394183"/>
              <a:gd name="connsiteY42" fmla="*/ 2186222 h 3300883"/>
              <a:gd name="connsiteX43" fmla="*/ 3635032 w 11394183"/>
              <a:gd name="connsiteY43" fmla="*/ 2179418 h 3300883"/>
              <a:gd name="connsiteX44" fmla="*/ 76208 w 11394183"/>
              <a:gd name="connsiteY44" fmla="*/ 1218744 h 3300883"/>
              <a:gd name="connsiteX45" fmla="*/ 0 w 11394183"/>
              <a:gd name="connsiteY45" fmla="*/ 1294951 h 3300883"/>
              <a:gd name="connsiteX46" fmla="*/ 0 w 11394183"/>
              <a:gd name="connsiteY46" fmla="*/ 1338499 h 3300883"/>
              <a:gd name="connsiteX47" fmla="*/ 0 w 11394183"/>
              <a:gd name="connsiteY47" fmla="*/ 3206684 h 3300883"/>
              <a:gd name="connsiteX48" fmla="*/ 1452 w 11394183"/>
              <a:gd name="connsiteY48" fmla="*/ 3264747 h 3300883"/>
              <a:gd name="connsiteX49" fmla="*/ 5988 w 11394183"/>
              <a:gd name="connsiteY49" fmla="*/ 3287337 h 3300883"/>
              <a:gd name="connsiteX50" fmla="*/ 19459 w 11394183"/>
              <a:gd name="connsiteY50" fmla="*/ 3300883 h 3300883"/>
              <a:gd name="connsiteX51" fmla="*/ 25633 w 11394183"/>
              <a:gd name="connsiteY51" fmla="*/ 3300883 h 3300883"/>
              <a:gd name="connsiteX52" fmla="*/ 26219 w 11394183"/>
              <a:gd name="connsiteY52" fmla="*/ 3300311 h 3300883"/>
              <a:gd name="connsiteX53" fmla="*/ 26699 w 11394183"/>
              <a:gd name="connsiteY53" fmla="*/ 3300883 h 3300883"/>
              <a:gd name="connsiteX54" fmla="*/ 1001629 w 11394183"/>
              <a:gd name="connsiteY54" fmla="*/ 3300883 h 3300883"/>
              <a:gd name="connsiteX55" fmla="*/ 1038606 w 11394183"/>
              <a:gd name="connsiteY55" fmla="*/ 3290150 h 3300883"/>
              <a:gd name="connsiteX56" fmla="*/ 997236 w 11394183"/>
              <a:gd name="connsiteY56" fmla="*/ 3251683 h 3300883"/>
              <a:gd name="connsiteX57" fmla="*/ 706920 w 11394183"/>
              <a:gd name="connsiteY57" fmla="*/ 2937416 h 3300883"/>
              <a:gd name="connsiteX58" fmla="*/ 566116 w 11394183"/>
              <a:gd name="connsiteY58" fmla="*/ 2610810 h 3300883"/>
              <a:gd name="connsiteX59" fmla="*/ 553779 w 11394183"/>
              <a:gd name="connsiteY59" fmla="*/ 2577424 h 3300883"/>
              <a:gd name="connsiteX60" fmla="*/ 545795 w 11394183"/>
              <a:gd name="connsiteY60" fmla="*/ 2556376 h 3300883"/>
              <a:gd name="connsiteX61" fmla="*/ 521117 w 11394183"/>
              <a:gd name="connsiteY61" fmla="*/ 2426459 h 3300883"/>
              <a:gd name="connsiteX62" fmla="*/ 528376 w 11394183"/>
              <a:gd name="connsiteY62" fmla="*/ 2095499 h 3300883"/>
              <a:gd name="connsiteX63" fmla="*/ 538537 w 11394183"/>
              <a:gd name="connsiteY63" fmla="*/ 2069371 h 3300883"/>
              <a:gd name="connsiteX64" fmla="*/ 538537 w 11394183"/>
              <a:gd name="connsiteY64" fmla="*/ 2066467 h 3300883"/>
              <a:gd name="connsiteX65" fmla="*/ 593697 w 11394183"/>
              <a:gd name="connsiteY65" fmla="*/ 1850181 h 3300883"/>
              <a:gd name="connsiteX66" fmla="*/ 880384 w 11394183"/>
              <a:gd name="connsiteY66" fmla="*/ 1419788 h 3300883"/>
              <a:gd name="connsiteX67" fmla="*/ 909415 w 11394183"/>
              <a:gd name="connsiteY67" fmla="*/ 1403095 h 3300883"/>
              <a:gd name="connsiteX68" fmla="*/ 981269 w 11394183"/>
              <a:gd name="connsiteY68" fmla="*/ 1331967 h 3300883"/>
              <a:gd name="connsiteX69" fmla="*/ 1085057 w 11394183"/>
              <a:gd name="connsiteY69" fmla="*/ 1260114 h 3300883"/>
              <a:gd name="connsiteX70" fmla="*/ 1107556 w 11394183"/>
              <a:gd name="connsiteY70" fmla="*/ 1230357 h 3300883"/>
              <a:gd name="connsiteX71" fmla="*/ 1066912 w 11394183"/>
              <a:gd name="connsiteY71" fmla="*/ 1219469 h 3300883"/>
              <a:gd name="connsiteX72" fmla="*/ 76208 w 11394183"/>
              <a:gd name="connsiteY72" fmla="*/ 1218744 h 3300883"/>
              <a:gd name="connsiteX73" fmla="*/ 2529381 w 11394183"/>
              <a:gd name="connsiteY73" fmla="*/ 142 h 3300883"/>
              <a:gd name="connsiteX74" fmla="*/ 2466963 w 11394183"/>
              <a:gd name="connsiteY74" fmla="*/ 46592 h 3300883"/>
              <a:gd name="connsiteX75" fmla="*/ 2497445 w 11394183"/>
              <a:gd name="connsiteY75" fmla="*/ 111914 h 3300883"/>
              <a:gd name="connsiteX76" fmla="*/ 2527929 w 11394183"/>
              <a:gd name="connsiteY76" fmla="*/ 169977 h 3300883"/>
              <a:gd name="connsiteX77" fmla="*/ 2527203 w 11394183"/>
              <a:gd name="connsiteY77" fmla="*/ 1443739 h 3300883"/>
              <a:gd name="connsiteX78" fmla="*/ 2527203 w 11394183"/>
              <a:gd name="connsiteY78" fmla="*/ 1603413 h 3300883"/>
              <a:gd name="connsiteX79" fmla="*/ 2517042 w 11394183"/>
              <a:gd name="connsiteY79" fmla="*/ 1630267 h 3300883"/>
              <a:gd name="connsiteX80" fmla="*/ 2491640 w 11394183"/>
              <a:gd name="connsiteY80" fmla="*/ 1671637 h 3300883"/>
              <a:gd name="connsiteX81" fmla="*/ 2491640 w 11394183"/>
              <a:gd name="connsiteY81" fmla="*/ 1722443 h 3300883"/>
              <a:gd name="connsiteX82" fmla="*/ 2467688 w 11394183"/>
              <a:gd name="connsiteY82" fmla="*/ 1748571 h 3300883"/>
              <a:gd name="connsiteX83" fmla="*/ 2373335 w 11394183"/>
              <a:gd name="connsiteY83" fmla="*/ 1748571 h 3300883"/>
              <a:gd name="connsiteX84" fmla="*/ 2349384 w 11394183"/>
              <a:gd name="connsiteY84" fmla="*/ 1721716 h 3300883"/>
              <a:gd name="connsiteX85" fmla="*/ 2349384 w 11394183"/>
              <a:gd name="connsiteY85" fmla="*/ 1649137 h 3300883"/>
              <a:gd name="connsiteX86" fmla="*/ 2337046 w 11394183"/>
              <a:gd name="connsiteY86" fmla="*/ 1630993 h 3300883"/>
              <a:gd name="connsiteX87" fmla="*/ 2310918 w 11394183"/>
              <a:gd name="connsiteY87" fmla="*/ 1601961 h 3300883"/>
              <a:gd name="connsiteX88" fmla="*/ 2310918 w 11394183"/>
              <a:gd name="connsiteY88" fmla="*/ 861655 h 3300883"/>
              <a:gd name="connsiteX89" fmla="*/ 2322530 w 11394183"/>
              <a:gd name="connsiteY89" fmla="*/ 805769 h 3300883"/>
              <a:gd name="connsiteX90" fmla="*/ 2265193 w 11394183"/>
              <a:gd name="connsiteY90" fmla="*/ 717949 h 3300883"/>
              <a:gd name="connsiteX91" fmla="*/ 2207130 w 11394183"/>
              <a:gd name="connsiteY91" fmla="*/ 781093 h 3300883"/>
              <a:gd name="connsiteX92" fmla="*/ 2253580 w 11394183"/>
              <a:gd name="connsiteY92" fmla="*/ 838430 h 3300883"/>
              <a:gd name="connsiteX93" fmla="*/ 2277531 w 11394183"/>
              <a:gd name="connsiteY93" fmla="*/ 877622 h 3300883"/>
              <a:gd name="connsiteX94" fmla="*/ 2278257 w 11394183"/>
              <a:gd name="connsiteY94" fmla="*/ 1596155 h 3300883"/>
              <a:gd name="connsiteX95" fmla="*/ 2241242 w 11394183"/>
              <a:gd name="connsiteY95" fmla="*/ 1631719 h 3300883"/>
              <a:gd name="connsiteX96" fmla="*/ 2205678 w 11394183"/>
              <a:gd name="connsiteY96" fmla="*/ 1666557 h 3300883"/>
              <a:gd name="connsiteX97" fmla="*/ 2204952 w 11394183"/>
              <a:gd name="connsiteY97" fmla="*/ 1742764 h 3300883"/>
              <a:gd name="connsiteX98" fmla="*/ 2123665 w 11394183"/>
              <a:gd name="connsiteY98" fmla="*/ 1747845 h 3300883"/>
              <a:gd name="connsiteX99" fmla="*/ 2101890 w 11394183"/>
              <a:gd name="connsiteY99" fmla="*/ 1747845 h 3300883"/>
              <a:gd name="connsiteX100" fmla="*/ 2074309 w 11394183"/>
              <a:gd name="connsiteY100" fmla="*/ 1720265 h 3300883"/>
              <a:gd name="connsiteX101" fmla="*/ 2074309 w 11394183"/>
              <a:gd name="connsiteY101" fmla="*/ 1630993 h 3300883"/>
              <a:gd name="connsiteX102" fmla="*/ 2008989 w 11394183"/>
              <a:gd name="connsiteY102" fmla="*/ 1618655 h 3300883"/>
              <a:gd name="connsiteX103" fmla="*/ 2002456 w 11394183"/>
              <a:gd name="connsiteY103" fmla="*/ 1599058 h 3300883"/>
              <a:gd name="connsiteX104" fmla="*/ 2002456 w 11394183"/>
              <a:gd name="connsiteY104" fmla="*/ 1135278 h 3300883"/>
              <a:gd name="connsiteX105" fmla="*/ 2005359 w 11394183"/>
              <a:gd name="connsiteY105" fmla="*/ 1117859 h 3300883"/>
              <a:gd name="connsiteX106" fmla="*/ 1660609 w 11394183"/>
              <a:gd name="connsiteY106" fmla="*/ 1117859 h 3300883"/>
              <a:gd name="connsiteX107" fmla="*/ 1623594 w 11394183"/>
              <a:gd name="connsiteY107" fmla="*/ 1104795 h 3300883"/>
              <a:gd name="connsiteX108" fmla="*/ 1617788 w 11394183"/>
              <a:gd name="connsiteY108" fmla="*/ 1073586 h 3300883"/>
              <a:gd name="connsiteX109" fmla="*/ 1617788 w 11394183"/>
              <a:gd name="connsiteY109" fmla="*/ 606177 h 3300883"/>
              <a:gd name="connsiteX110" fmla="*/ 1623594 w 11394183"/>
              <a:gd name="connsiteY110" fmla="*/ 575693 h 3300883"/>
              <a:gd name="connsiteX111" fmla="*/ 1623594 w 11394183"/>
              <a:gd name="connsiteY111" fmla="*/ 576420 h 3300883"/>
              <a:gd name="connsiteX112" fmla="*/ 1631577 w 11394183"/>
              <a:gd name="connsiteY112" fmla="*/ 561903 h 3300883"/>
              <a:gd name="connsiteX113" fmla="*/ 1640287 w 11394183"/>
              <a:gd name="connsiteY113" fmla="*/ 498760 h 3300883"/>
              <a:gd name="connsiteX114" fmla="*/ 1579321 w 11394183"/>
              <a:gd name="connsiteY114" fmla="*/ 467551 h 3300883"/>
              <a:gd name="connsiteX115" fmla="*/ 1526338 w 11394183"/>
              <a:gd name="connsiteY115" fmla="*/ 523437 h 3300883"/>
              <a:gd name="connsiteX116" fmla="*/ 1551015 w 11394183"/>
              <a:gd name="connsiteY116" fmla="*/ 578596 h 3300883"/>
              <a:gd name="connsiteX117" fmla="*/ 1581498 w 11394183"/>
              <a:gd name="connsiteY117" fmla="*/ 629402 h 3300883"/>
              <a:gd name="connsiteX118" fmla="*/ 1581498 w 11394183"/>
              <a:gd name="connsiteY118" fmla="*/ 1122214 h 3300883"/>
              <a:gd name="connsiteX119" fmla="*/ 1585853 w 11394183"/>
              <a:gd name="connsiteY119" fmla="*/ 1149068 h 3300883"/>
              <a:gd name="connsiteX120" fmla="*/ 1615610 w 11394183"/>
              <a:gd name="connsiteY120" fmla="*/ 1141084 h 3300883"/>
              <a:gd name="connsiteX121" fmla="*/ 1943667 w 11394183"/>
              <a:gd name="connsiteY121" fmla="*/ 1141084 h 3300883"/>
              <a:gd name="connsiteX122" fmla="*/ 1972699 w 11394183"/>
              <a:gd name="connsiteY122" fmla="*/ 1149793 h 3300883"/>
              <a:gd name="connsiteX123" fmla="*/ 1979957 w 11394183"/>
              <a:gd name="connsiteY123" fmla="*/ 1165761 h 3300883"/>
              <a:gd name="connsiteX124" fmla="*/ 1980683 w 11394183"/>
              <a:gd name="connsiteY124" fmla="*/ 1611396 h 3300883"/>
              <a:gd name="connsiteX125" fmla="*/ 1968344 w 11394183"/>
              <a:gd name="connsiteY125" fmla="*/ 1630267 h 3300883"/>
              <a:gd name="connsiteX126" fmla="*/ 1938587 w 11394183"/>
              <a:gd name="connsiteY126" fmla="*/ 1673814 h 3300883"/>
              <a:gd name="connsiteX127" fmla="*/ 1939313 w 11394183"/>
              <a:gd name="connsiteY127" fmla="*/ 1724619 h 3300883"/>
              <a:gd name="connsiteX128" fmla="*/ 1916087 w 11394183"/>
              <a:gd name="connsiteY128" fmla="*/ 1747845 h 3300883"/>
              <a:gd name="connsiteX129" fmla="*/ 1821734 w 11394183"/>
              <a:gd name="connsiteY129" fmla="*/ 1747845 h 3300883"/>
              <a:gd name="connsiteX130" fmla="*/ 1797784 w 11394183"/>
              <a:gd name="connsiteY130" fmla="*/ 1720991 h 3300883"/>
              <a:gd name="connsiteX131" fmla="*/ 1797784 w 11394183"/>
              <a:gd name="connsiteY131" fmla="*/ 1648412 h 3300883"/>
              <a:gd name="connsiteX132" fmla="*/ 1783993 w 11394183"/>
              <a:gd name="connsiteY132" fmla="*/ 1629541 h 3300883"/>
              <a:gd name="connsiteX133" fmla="*/ 1760768 w 11394183"/>
              <a:gd name="connsiteY133" fmla="*/ 1599784 h 3300883"/>
              <a:gd name="connsiteX134" fmla="*/ 1760768 w 11394183"/>
              <a:gd name="connsiteY134" fmla="*/ 1367531 h 3300883"/>
              <a:gd name="connsiteX135" fmla="*/ 1726656 w 11394183"/>
              <a:gd name="connsiteY135" fmla="*/ 1333418 h 3300883"/>
              <a:gd name="connsiteX136" fmla="*/ 1349971 w 11394183"/>
              <a:gd name="connsiteY136" fmla="*/ 1334145 h 3300883"/>
              <a:gd name="connsiteX137" fmla="*/ 1301343 w 11394183"/>
              <a:gd name="connsiteY137" fmla="*/ 1318178 h 3300883"/>
              <a:gd name="connsiteX138" fmla="*/ 1212797 w 11394183"/>
              <a:gd name="connsiteY138" fmla="*/ 1320354 h 3300883"/>
              <a:gd name="connsiteX139" fmla="*/ 1212071 w 11394183"/>
              <a:gd name="connsiteY139" fmla="*/ 1411078 h 3300883"/>
              <a:gd name="connsiteX140" fmla="*/ 1299166 w 11394183"/>
              <a:gd name="connsiteY140" fmla="*/ 1409626 h 3300883"/>
              <a:gd name="connsiteX141" fmla="*/ 1307149 w 11394183"/>
              <a:gd name="connsiteY141" fmla="*/ 1395111 h 3300883"/>
              <a:gd name="connsiteX142" fmla="*/ 1307149 w 11394183"/>
              <a:gd name="connsiteY142" fmla="*/ 1395837 h 3300883"/>
              <a:gd name="connsiteX143" fmla="*/ 1353600 w 11394183"/>
              <a:gd name="connsiteY143" fmla="*/ 1352289 h 3300883"/>
              <a:gd name="connsiteX144" fmla="*/ 1683835 w 11394183"/>
              <a:gd name="connsiteY144" fmla="*/ 1353015 h 3300883"/>
              <a:gd name="connsiteX145" fmla="*/ 1707060 w 11394183"/>
              <a:gd name="connsiteY145" fmla="*/ 1372612 h 3300883"/>
              <a:gd name="connsiteX146" fmla="*/ 1713592 w 11394183"/>
              <a:gd name="connsiteY146" fmla="*/ 1400191 h 3300883"/>
              <a:gd name="connsiteX147" fmla="*/ 1715043 w 11394183"/>
              <a:gd name="connsiteY147" fmla="*/ 1614299 h 3300883"/>
              <a:gd name="connsiteX148" fmla="*/ 1696899 w 11394183"/>
              <a:gd name="connsiteY148" fmla="*/ 1630267 h 3300883"/>
              <a:gd name="connsiteX149" fmla="*/ 1661335 w 11394183"/>
              <a:gd name="connsiteY149" fmla="*/ 1670911 h 3300883"/>
              <a:gd name="connsiteX150" fmla="*/ 1662061 w 11394183"/>
              <a:gd name="connsiteY150" fmla="*/ 1718087 h 3300883"/>
              <a:gd name="connsiteX151" fmla="*/ 1633030 w 11394183"/>
              <a:gd name="connsiteY151" fmla="*/ 1747119 h 3300883"/>
              <a:gd name="connsiteX152" fmla="*/ 1545934 w 11394183"/>
              <a:gd name="connsiteY152" fmla="*/ 1747119 h 3300883"/>
              <a:gd name="connsiteX153" fmla="*/ 1519080 w 11394183"/>
              <a:gd name="connsiteY153" fmla="*/ 1719540 h 3300883"/>
              <a:gd name="connsiteX154" fmla="*/ 1519080 w 11394183"/>
              <a:gd name="connsiteY154" fmla="*/ 1668734 h 3300883"/>
              <a:gd name="connsiteX155" fmla="*/ 1495129 w 11394183"/>
              <a:gd name="connsiteY155" fmla="*/ 1617928 h 3300883"/>
              <a:gd name="connsiteX156" fmla="*/ 1490048 w 11394183"/>
              <a:gd name="connsiteY156" fmla="*/ 1504706 h 3300883"/>
              <a:gd name="connsiteX157" fmla="*/ 1465372 w 11394183"/>
              <a:gd name="connsiteY157" fmla="*/ 1499625 h 3300883"/>
              <a:gd name="connsiteX158" fmla="*/ 934093 w 11394183"/>
              <a:gd name="connsiteY158" fmla="*/ 1499625 h 3300883"/>
              <a:gd name="connsiteX159" fmla="*/ 833208 w 11394183"/>
              <a:gd name="connsiteY159" fmla="*/ 1502528 h 3300883"/>
              <a:gd name="connsiteX160" fmla="*/ 794741 w 11394183"/>
              <a:gd name="connsiteY160" fmla="*/ 1533737 h 3300883"/>
              <a:gd name="connsiteX161" fmla="*/ 898529 w 11394183"/>
              <a:gd name="connsiteY161" fmla="*/ 1533737 h 3300883"/>
              <a:gd name="connsiteX162" fmla="*/ 1415292 w 11394183"/>
              <a:gd name="connsiteY162" fmla="*/ 1533737 h 3300883"/>
              <a:gd name="connsiteX163" fmla="*/ 1450130 w 11394183"/>
              <a:gd name="connsiteY163" fmla="*/ 1543898 h 3300883"/>
              <a:gd name="connsiteX164" fmla="*/ 1452307 w 11394183"/>
              <a:gd name="connsiteY164" fmla="*/ 1580187 h 3300883"/>
              <a:gd name="connsiteX165" fmla="*/ 1408034 w 11394183"/>
              <a:gd name="connsiteY165" fmla="*/ 1629541 h 3300883"/>
              <a:gd name="connsiteX166" fmla="*/ 1384083 w 11394183"/>
              <a:gd name="connsiteY166" fmla="*/ 1652766 h 3300883"/>
              <a:gd name="connsiteX167" fmla="*/ 1384083 w 11394183"/>
              <a:gd name="connsiteY167" fmla="*/ 1663653 h 3300883"/>
              <a:gd name="connsiteX168" fmla="*/ 1299891 w 11394183"/>
              <a:gd name="connsiteY168" fmla="*/ 1744942 h 3300883"/>
              <a:gd name="connsiteX169" fmla="*/ 1211345 w 11394183"/>
              <a:gd name="connsiteY169" fmla="*/ 1834214 h 3300883"/>
              <a:gd name="connsiteX170" fmla="*/ 1211345 w 11394183"/>
              <a:gd name="connsiteY170" fmla="*/ 1961227 h 3300883"/>
              <a:gd name="connsiteX171" fmla="*/ 1184491 w 11394183"/>
              <a:gd name="connsiteY171" fmla="*/ 1988082 h 3300883"/>
              <a:gd name="connsiteX172" fmla="*/ 1137315 w 11394183"/>
              <a:gd name="connsiteY172" fmla="*/ 1988082 h 3300883"/>
              <a:gd name="connsiteX173" fmla="*/ 1090864 w 11394183"/>
              <a:gd name="connsiteY173" fmla="*/ 2009129 h 3300883"/>
              <a:gd name="connsiteX174" fmla="*/ 1057477 w 11394183"/>
              <a:gd name="connsiteY174" fmla="*/ 2016388 h 3300883"/>
              <a:gd name="connsiteX175" fmla="*/ 557408 w 11394183"/>
              <a:gd name="connsiteY175" fmla="*/ 2014210 h 3300883"/>
              <a:gd name="connsiteX176" fmla="*/ 586439 w 11394183"/>
              <a:gd name="connsiteY176" fmla="*/ 2049048 h 3300883"/>
              <a:gd name="connsiteX177" fmla="*/ 1056026 w 11394183"/>
              <a:gd name="connsiteY177" fmla="*/ 2049048 h 3300883"/>
              <a:gd name="connsiteX178" fmla="*/ 1090864 w 11394183"/>
              <a:gd name="connsiteY178" fmla="*/ 2059209 h 3300883"/>
              <a:gd name="connsiteX179" fmla="*/ 1094493 w 11394183"/>
              <a:gd name="connsiteY179" fmla="*/ 2116546 h 3300883"/>
              <a:gd name="connsiteX180" fmla="*/ 1206991 w 11394183"/>
              <a:gd name="connsiteY180" fmla="*/ 2122353 h 3300883"/>
              <a:gd name="connsiteX181" fmla="*/ 1210619 w 11394183"/>
              <a:gd name="connsiteY181" fmla="*/ 2245011 h 3300883"/>
              <a:gd name="connsiteX182" fmla="*/ 1189571 w 11394183"/>
              <a:gd name="connsiteY182" fmla="*/ 2266060 h 3300883"/>
              <a:gd name="connsiteX183" fmla="*/ 1142395 w 11394183"/>
              <a:gd name="connsiteY183" fmla="*/ 2266060 h 3300883"/>
              <a:gd name="connsiteX184" fmla="*/ 1093767 w 11394183"/>
              <a:gd name="connsiteY184" fmla="*/ 2301623 h 3300883"/>
              <a:gd name="connsiteX185" fmla="*/ 1061832 w 11394183"/>
              <a:gd name="connsiteY185" fmla="*/ 2313962 h 3300883"/>
              <a:gd name="connsiteX186" fmla="*/ 528376 w 11394183"/>
              <a:gd name="connsiteY186" fmla="*/ 2313962 h 3300883"/>
              <a:gd name="connsiteX187" fmla="*/ 559586 w 11394183"/>
              <a:gd name="connsiteY187" fmla="*/ 2346622 h 3300883"/>
              <a:gd name="connsiteX188" fmla="*/ 1055300 w 11394183"/>
              <a:gd name="connsiteY188" fmla="*/ 2346622 h 3300883"/>
              <a:gd name="connsiteX189" fmla="*/ 1091589 w 11394183"/>
              <a:gd name="connsiteY189" fmla="*/ 2358235 h 3300883"/>
              <a:gd name="connsiteX190" fmla="*/ 1137315 w 11394183"/>
              <a:gd name="connsiteY190" fmla="*/ 2399605 h 3300883"/>
              <a:gd name="connsiteX191" fmla="*/ 1210619 w 11394183"/>
              <a:gd name="connsiteY191" fmla="*/ 2470732 h 3300883"/>
              <a:gd name="connsiteX192" fmla="*/ 1137315 w 11394183"/>
              <a:gd name="connsiteY192" fmla="*/ 2543311 h 3300883"/>
              <a:gd name="connsiteX193" fmla="*/ 1092315 w 11394183"/>
              <a:gd name="connsiteY193" fmla="*/ 2569440 h 3300883"/>
              <a:gd name="connsiteX194" fmla="*/ 1057477 w 11394183"/>
              <a:gd name="connsiteY194" fmla="*/ 2578149 h 3300883"/>
              <a:gd name="connsiteX195" fmla="*/ 557408 w 11394183"/>
              <a:gd name="connsiteY195" fmla="*/ 2578875 h 3300883"/>
              <a:gd name="connsiteX196" fmla="*/ 595875 w 11394183"/>
              <a:gd name="connsiteY196" fmla="*/ 2599197 h 3300883"/>
              <a:gd name="connsiteX197" fmla="*/ 1048042 w 11394183"/>
              <a:gd name="connsiteY197" fmla="*/ 2599922 h 3300883"/>
              <a:gd name="connsiteX198" fmla="*/ 1087235 w 11394183"/>
              <a:gd name="connsiteY198" fmla="*/ 2608632 h 3300883"/>
              <a:gd name="connsiteX199" fmla="*/ 1095218 w 11394183"/>
              <a:gd name="connsiteY199" fmla="*/ 2673954 h 3300883"/>
              <a:gd name="connsiteX200" fmla="*/ 1204087 w 11394183"/>
              <a:gd name="connsiteY200" fmla="*/ 2679034 h 3300883"/>
              <a:gd name="connsiteX201" fmla="*/ 1209894 w 11394183"/>
              <a:gd name="connsiteY201" fmla="*/ 2713872 h 3300883"/>
              <a:gd name="connsiteX202" fmla="*/ 1209167 w 11394183"/>
              <a:gd name="connsiteY202" fmla="*/ 2855401 h 3300883"/>
              <a:gd name="connsiteX203" fmla="*/ 1235296 w 11394183"/>
              <a:gd name="connsiteY203" fmla="*/ 2882255 h 3300883"/>
              <a:gd name="connsiteX204" fmla="*/ 1376825 w 11394183"/>
              <a:gd name="connsiteY204" fmla="*/ 2880804 h 3300883"/>
              <a:gd name="connsiteX205" fmla="*/ 1423276 w 11394183"/>
              <a:gd name="connsiteY205" fmla="*/ 2925802 h 3300883"/>
              <a:gd name="connsiteX206" fmla="*/ 1448678 w 11394183"/>
              <a:gd name="connsiteY206" fmla="*/ 3003462 h 3300883"/>
              <a:gd name="connsiteX207" fmla="*/ 1450856 w 11394183"/>
              <a:gd name="connsiteY207" fmla="*/ 3023784 h 3300883"/>
              <a:gd name="connsiteX208" fmla="*/ 1450856 w 11394183"/>
              <a:gd name="connsiteY208" fmla="*/ 3300883 h 3300883"/>
              <a:gd name="connsiteX209" fmla="*/ 1490048 w 11394183"/>
              <a:gd name="connsiteY209" fmla="*/ 3300883 h 3300883"/>
              <a:gd name="connsiteX210" fmla="*/ 1490048 w 11394183"/>
              <a:gd name="connsiteY210" fmla="*/ 3027414 h 3300883"/>
              <a:gd name="connsiteX211" fmla="*/ 1496580 w 11394183"/>
              <a:gd name="connsiteY211" fmla="*/ 2990398 h 3300883"/>
              <a:gd name="connsiteX212" fmla="*/ 1495855 w 11394183"/>
              <a:gd name="connsiteY212" fmla="*/ 2991124 h 3300883"/>
              <a:gd name="connsiteX213" fmla="*/ 1500210 w 11394183"/>
              <a:gd name="connsiteY213" fmla="*/ 2986043 h 3300883"/>
              <a:gd name="connsiteX214" fmla="*/ 1551741 w 11394183"/>
              <a:gd name="connsiteY214" fmla="*/ 2972979 h 3300883"/>
              <a:gd name="connsiteX215" fmla="*/ 1553918 w 11394183"/>
              <a:gd name="connsiteY215" fmla="*/ 2915641 h 3300883"/>
              <a:gd name="connsiteX216" fmla="*/ 1601821 w 11394183"/>
              <a:gd name="connsiteY216" fmla="*/ 2869191 h 3300883"/>
              <a:gd name="connsiteX217" fmla="*/ 1698350 w 11394183"/>
              <a:gd name="connsiteY217" fmla="*/ 2879352 h 3300883"/>
              <a:gd name="connsiteX218" fmla="*/ 1712866 w 11394183"/>
              <a:gd name="connsiteY218" fmla="*/ 3041929 h 3300883"/>
              <a:gd name="connsiteX219" fmla="*/ 1713637 w 11394183"/>
              <a:gd name="connsiteY219" fmla="*/ 3300883 h 3300883"/>
              <a:gd name="connsiteX220" fmla="*/ 1762496 w 11394183"/>
              <a:gd name="connsiteY220" fmla="*/ 3300883 h 3300883"/>
              <a:gd name="connsiteX221" fmla="*/ 1762220 w 11394183"/>
              <a:gd name="connsiteY221" fmla="*/ 3001284 h 3300883"/>
              <a:gd name="connsiteX222" fmla="*/ 1790526 w 11394183"/>
              <a:gd name="connsiteY222" fmla="*/ 2986043 h 3300883"/>
              <a:gd name="connsiteX223" fmla="*/ 1831896 w 11394183"/>
              <a:gd name="connsiteY223" fmla="*/ 2943947 h 3300883"/>
              <a:gd name="connsiteX224" fmla="*/ 1905926 w 11394183"/>
              <a:gd name="connsiteY224" fmla="*/ 2869917 h 3300883"/>
              <a:gd name="connsiteX225" fmla="*/ 1978506 w 11394183"/>
              <a:gd name="connsiteY225" fmla="*/ 2878626 h 3300883"/>
              <a:gd name="connsiteX226" fmla="*/ 1982134 w 11394183"/>
              <a:gd name="connsiteY226" fmla="*/ 2968624 h 3300883"/>
              <a:gd name="connsiteX227" fmla="*/ 1991570 w 11394183"/>
              <a:gd name="connsiteY227" fmla="*/ 2992576 h 3300883"/>
              <a:gd name="connsiteX228" fmla="*/ 2016247 w 11394183"/>
              <a:gd name="connsiteY228" fmla="*/ 3034671 h 3300883"/>
              <a:gd name="connsiteX229" fmla="*/ 2016442 w 11394183"/>
              <a:gd name="connsiteY229" fmla="*/ 3300883 h 3300883"/>
              <a:gd name="connsiteX230" fmla="*/ 2053457 w 11394183"/>
              <a:gd name="connsiteY230" fmla="*/ 3300883 h 3300883"/>
              <a:gd name="connsiteX231" fmla="*/ 2053262 w 11394183"/>
              <a:gd name="connsiteY231" fmla="*/ 3025236 h 3300883"/>
              <a:gd name="connsiteX232" fmla="*/ 2088826 w 11394183"/>
              <a:gd name="connsiteY232" fmla="*/ 2983866 h 3300883"/>
              <a:gd name="connsiteX233" fmla="*/ 2106244 w 11394183"/>
              <a:gd name="connsiteY233" fmla="*/ 2966447 h 3300883"/>
              <a:gd name="connsiteX234" fmla="*/ 2106244 w 11394183"/>
              <a:gd name="connsiteY234" fmla="*/ 2944673 h 3300883"/>
              <a:gd name="connsiteX235" fmla="*/ 2184631 w 11394183"/>
              <a:gd name="connsiteY235" fmla="*/ 2869917 h 3300883"/>
              <a:gd name="connsiteX236" fmla="*/ 2254307 w 11394183"/>
              <a:gd name="connsiteY236" fmla="*/ 2880078 h 3300883"/>
              <a:gd name="connsiteX237" fmla="*/ 2257210 w 11394183"/>
              <a:gd name="connsiteY237" fmla="*/ 2970075 h 3300883"/>
              <a:gd name="connsiteX238" fmla="*/ 2277531 w 11394183"/>
              <a:gd name="connsiteY238" fmla="*/ 2993301 h 3300883"/>
              <a:gd name="connsiteX239" fmla="*/ 2316725 w 11394183"/>
              <a:gd name="connsiteY239" fmla="*/ 3035397 h 3300883"/>
              <a:gd name="connsiteX240" fmla="*/ 2316725 w 11394183"/>
              <a:gd name="connsiteY240" fmla="*/ 3300883 h 3300883"/>
              <a:gd name="connsiteX241" fmla="*/ 2350697 w 11394183"/>
              <a:gd name="connsiteY241" fmla="*/ 3300883 h 3300883"/>
              <a:gd name="connsiteX242" fmla="*/ 2350836 w 11394183"/>
              <a:gd name="connsiteY242" fmla="*/ 3033946 h 3300883"/>
              <a:gd name="connsiteX243" fmla="*/ 2360997 w 11394183"/>
              <a:gd name="connsiteY243" fmla="*/ 2992576 h 3300883"/>
              <a:gd name="connsiteX244" fmla="*/ 2386399 w 11394183"/>
              <a:gd name="connsiteY244" fmla="*/ 2983866 h 3300883"/>
              <a:gd name="connsiteX245" fmla="*/ 2383497 w 11394183"/>
              <a:gd name="connsiteY245" fmla="*/ 2901126 h 3300883"/>
              <a:gd name="connsiteX246" fmla="*/ 2403093 w 11394183"/>
              <a:gd name="connsiteY246" fmla="*/ 2869917 h 3300883"/>
              <a:gd name="connsiteX247" fmla="*/ 2522123 w 11394183"/>
              <a:gd name="connsiteY247" fmla="*/ 2870642 h 3300883"/>
              <a:gd name="connsiteX248" fmla="*/ 2530832 w 11394183"/>
              <a:gd name="connsiteY248" fmla="*/ 2880804 h 3300883"/>
              <a:gd name="connsiteX249" fmla="*/ 2537364 w 11394183"/>
              <a:gd name="connsiteY249" fmla="*/ 2992576 h 3300883"/>
              <a:gd name="connsiteX250" fmla="*/ 2632443 w 11394183"/>
              <a:gd name="connsiteY250" fmla="*/ 2985317 h 3300883"/>
              <a:gd name="connsiteX251" fmla="*/ 2663652 w 11394183"/>
              <a:gd name="connsiteY251" fmla="*/ 2954835 h 3300883"/>
              <a:gd name="connsiteX252" fmla="*/ 2752198 w 11394183"/>
              <a:gd name="connsiteY252" fmla="*/ 2869191 h 3300883"/>
              <a:gd name="connsiteX253" fmla="*/ 2798649 w 11394183"/>
              <a:gd name="connsiteY253" fmla="*/ 2869191 h 3300883"/>
              <a:gd name="connsiteX254" fmla="*/ 2798649 w 11394183"/>
              <a:gd name="connsiteY254" fmla="*/ 2879352 h 3300883"/>
              <a:gd name="connsiteX255" fmla="*/ 2681797 w 11394183"/>
              <a:gd name="connsiteY255" fmla="*/ 2879352 h 3300883"/>
              <a:gd name="connsiteX256" fmla="*/ 2710828 w 11394183"/>
              <a:gd name="connsiteY256" fmla="*/ 2880804 h 3300883"/>
              <a:gd name="connsiteX257" fmla="*/ 2809536 w 11394183"/>
              <a:gd name="connsiteY257" fmla="*/ 2985317 h 3300883"/>
              <a:gd name="connsiteX258" fmla="*/ 2910420 w 11394183"/>
              <a:gd name="connsiteY258" fmla="*/ 2984592 h 3300883"/>
              <a:gd name="connsiteX259" fmla="*/ 2940177 w 11394183"/>
              <a:gd name="connsiteY259" fmla="*/ 2956286 h 3300883"/>
              <a:gd name="connsiteX260" fmla="*/ 2938000 w 11394183"/>
              <a:gd name="connsiteY260" fmla="*/ 2915733 h 3300883"/>
              <a:gd name="connsiteX261" fmla="*/ 2946568 w 11394183"/>
              <a:gd name="connsiteY261" fmla="*/ 2876375 h 3300883"/>
              <a:gd name="connsiteX262" fmla="*/ 2945985 w 11394183"/>
              <a:gd name="connsiteY262" fmla="*/ 2876449 h 3300883"/>
              <a:gd name="connsiteX263" fmla="*/ 2946710 w 11394183"/>
              <a:gd name="connsiteY263" fmla="*/ 2875723 h 3300883"/>
              <a:gd name="connsiteX264" fmla="*/ 2946568 w 11394183"/>
              <a:gd name="connsiteY264" fmla="*/ 2876375 h 3300883"/>
              <a:gd name="connsiteX265" fmla="*/ 3016658 w 11394183"/>
              <a:gd name="connsiteY265" fmla="*/ 2867467 h 3300883"/>
              <a:gd name="connsiteX266" fmla="*/ 3086787 w 11394183"/>
              <a:gd name="connsiteY266" fmla="*/ 2878626 h 3300883"/>
              <a:gd name="connsiteX267" fmla="*/ 3094045 w 11394183"/>
              <a:gd name="connsiteY267" fmla="*/ 2908384 h 3300883"/>
              <a:gd name="connsiteX268" fmla="*/ 3169527 w 11394183"/>
              <a:gd name="connsiteY268" fmla="*/ 2984592 h 3300883"/>
              <a:gd name="connsiteX269" fmla="*/ 3215978 w 11394183"/>
              <a:gd name="connsiteY269" fmla="*/ 2938141 h 3300883"/>
              <a:gd name="connsiteX270" fmla="*/ 3282751 w 11394183"/>
              <a:gd name="connsiteY270" fmla="*/ 2869191 h 3300883"/>
              <a:gd name="connsiteX271" fmla="*/ 3453311 w 11394183"/>
              <a:gd name="connsiteY271" fmla="*/ 2869917 h 3300883"/>
              <a:gd name="connsiteX272" fmla="*/ 3498311 w 11394183"/>
              <a:gd name="connsiteY272" fmla="*/ 2827095 h 3300883"/>
              <a:gd name="connsiteX273" fmla="*/ 3496859 w 11394183"/>
              <a:gd name="connsiteY273" fmla="*/ 2565810 h 3300883"/>
              <a:gd name="connsiteX274" fmla="*/ 3544761 w 11394183"/>
              <a:gd name="connsiteY274" fmla="*/ 2520086 h 3300883"/>
              <a:gd name="connsiteX275" fmla="*/ 3591938 w 11394183"/>
              <a:gd name="connsiteY275" fmla="*/ 2520086 h 3300883"/>
              <a:gd name="connsiteX276" fmla="*/ 3613711 w 11394183"/>
              <a:gd name="connsiteY276" fmla="*/ 2507022 h 3300883"/>
              <a:gd name="connsiteX277" fmla="*/ 3646372 w 11394183"/>
              <a:gd name="connsiteY277" fmla="*/ 2481619 h 3300883"/>
              <a:gd name="connsiteX278" fmla="*/ 4048460 w 11394183"/>
              <a:gd name="connsiteY278" fmla="*/ 2481619 h 3300883"/>
              <a:gd name="connsiteX279" fmla="*/ 4078217 w 11394183"/>
              <a:gd name="connsiteY279" fmla="*/ 2489602 h 3300883"/>
              <a:gd name="connsiteX280" fmla="*/ 4063702 w 11394183"/>
              <a:gd name="connsiteY280" fmla="*/ 2557827 h 3300883"/>
              <a:gd name="connsiteX281" fmla="*/ 3740724 w 11394183"/>
              <a:gd name="connsiteY281" fmla="*/ 3121765 h 3300883"/>
              <a:gd name="connsiteX282" fmla="*/ 3566535 w 11394183"/>
              <a:gd name="connsiteY282" fmla="*/ 3262569 h 3300883"/>
              <a:gd name="connsiteX283" fmla="*/ 3548027 w 11394183"/>
              <a:gd name="connsiteY283" fmla="*/ 3286067 h 3300883"/>
              <a:gd name="connsiteX284" fmla="*/ 3562779 w 11394183"/>
              <a:gd name="connsiteY284" fmla="*/ 3300883 h 3300883"/>
              <a:gd name="connsiteX285" fmla="*/ 4927481 w 11394183"/>
              <a:gd name="connsiteY285" fmla="*/ 3300883 h 3300883"/>
              <a:gd name="connsiteX286" fmla="*/ 6796755 w 11394183"/>
              <a:gd name="connsiteY286" fmla="*/ 3296863 h 3300883"/>
              <a:gd name="connsiteX287" fmla="*/ 9075283 w 11394183"/>
              <a:gd name="connsiteY287" fmla="*/ 3297407 h 3300883"/>
              <a:gd name="connsiteX288" fmla="*/ 9637770 w 11394183"/>
              <a:gd name="connsiteY288" fmla="*/ 3298133 h 3300883"/>
              <a:gd name="connsiteX289" fmla="*/ 9759703 w 11394183"/>
              <a:gd name="connsiteY289" fmla="*/ 3262569 h 3300883"/>
              <a:gd name="connsiteX290" fmla="*/ 11394183 w 11394183"/>
              <a:gd name="connsiteY290" fmla="*/ 2251543 h 3300883"/>
              <a:gd name="connsiteX291" fmla="*/ 9760429 w 11394183"/>
              <a:gd name="connsiteY291" fmla="*/ 1255034 h 3300883"/>
              <a:gd name="connsiteX292" fmla="*/ 9609464 w 11394183"/>
              <a:gd name="connsiteY292" fmla="*/ 1208583 h 3300883"/>
              <a:gd name="connsiteX293" fmla="*/ 6151074 w 11394183"/>
              <a:gd name="connsiteY293" fmla="*/ 1210034 h 3300883"/>
              <a:gd name="connsiteX294" fmla="*/ 3621696 w 11394183"/>
              <a:gd name="connsiteY294" fmla="*/ 1208583 h 3300883"/>
              <a:gd name="connsiteX295" fmla="*/ 3552745 w 11394183"/>
              <a:gd name="connsiteY295" fmla="*/ 1211486 h 3300883"/>
              <a:gd name="connsiteX296" fmla="*/ 3526616 w 11394183"/>
              <a:gd name="connsiteY296" fmla="*/ 1225276 h 3300883"/>
              <a:gd name="connsiteX297" fmla="*/ 3541858 w 11394183"/>
              <a:gd name="connsiteY297" fmla="*/ 1252131 h 3300883"/>
              <a:gd name="connsiteX298" fmla="*/ 3581050 w 11394183"/>
              <a:gd name="connsiteY298" fmla="*/ 1278984 h 3300883"/>
              <a:gd name="connsiteX299" fmla="*/ 4092007 w 11394183"/>
              <a:gd name="connsiteY299" fmla="*/ 2112917 h 3300883"/>
              <a:gd name="connsiteX300" fmla="*/ 4068782 w 11394183"/>
              <a:gd name="connsiteY300" fmla="*/ 2144852 h 3300883"/>
              <a:gd name="connsiteX301" fmla="*/ 3644195 w 11394183"/>
              <a:gd name="connsiteY301" fmla="*/ 2144127 h 3300883"/>
              <a:gd name="connsiteX302" fmla="*/ 3623147 w 11394183"/>
              <a:gd name="connsiteY302" fmla="*/ 2136142 h 3300883"/>
              <a:gd name="connsiteX303" fmla="*/ 3589760 w 11394183"/>
              <a:gd name="connsiteY303" fmla="*/ 2117998 h 3300883"/>
              <a:gd name="connsiteX304" fmla="*/ 3504842 w 11394183"/>
              <a:gd name="connsiteY304" fmla="*/ 2105660 h 3300883"/>
              <a:gd name="connsiteX305" fmla="*/ 3499037 w 11394183"/>
              <a:gd name="connsiteY305" fmla="*/ 2089693 h 3300883"/>
              <a:gd name="connsiteX306" fmla="*/ 3499037 w 11394183"/>
              <a:gd name="connsiteY306" fmla="*/ 1765989 h 3300883"/>
              <a:gd name="connsiteX307" fmla="*/ 3504842 w 11394183"/>
              <a:gd name="connsiteY307" fmla="*/ 1750022 h 3300883"/>
              <a:gd name="connsiteX308" fmla="*/ 3491053 w 11394183"/>
              <a:gd name="connsiteY308" fmla="*/ 1744216 h 3300883"/>
              <a:gd name="connsiteX309" fmla="*/ 3248639 w 11394183"/>
              <a:gd name="connsiteY309" fmla="*/ 1744942 h 3300883"/>
              <a:gd name="connsiteX310" fmla="*/ 3186220 w 11394183"/>
              <a:gd name="connsiteY310" fmla="*/ 1683975 h 3300883"/>
              <a:gd name="connsiteX311" fmla="*/ 3172431 w 11394183"/>
              <a:gd name="connsiteY311" fmla="*/ 1617928 h 3300883"/>
              <a:gd name="connsiteX312" fmla="*/ 3165898 w 11394183"/>
              <a:gd name="connsiteY312" fmla="*/ 1591074 h 3300883"/>
              <a:gd name="connsiteX313" fmla="*/ 3165898 w 11394183"/>
              <a:gd name="connsiteY313" fmla="*/ 1007539 h 3300883"/>
              <a:gd name="connsiteX314" fmla="*/ 3172375 w 11394183"/>
              <a:gd name="connsiteY314" fmla="*/ 980915 h 3300883"/>
              <a:gd name="connsiteX315" fmla="*/ 3171705 w 11394183"/>
              <a:gd name="connsiteY315" fmla="*/ 981410 h 3300883"/>
              <a:gd name="connsiteX316" fmla="*/ 3172431 w 11394183"/>
              <a:gd name="connsiteY316" fmla="*/ 980685 h 3300883"/>
              <a:gd name="connsiteX317" fmla="*/ 3172375 w 11394183"/>
              <a:gd name="connsiteY317" fmla="*/ 980915 h 3300883"/>
              <a:gd name="connsiteX318" fmla="*/ 3184225 w 11394183"/>
              <a:gd name="connsiteY318" fmla="*/ 972157 h 3300883"/>
              <a:gd name="connsiteX319" fmla="*/ 3200011 w 11394183"/>
              <a:gd name="connsiteY319" fmla="*/ 972701 h 3300883"/>
              <a:gd name="connsiteX320" fmla="*/ 3781369 w 11394183"/>
              <a:gd name="connsiteY320" fmla="*/ 972701 h 3300883"/>
              <a:gd name="connsiteX321" fmla="*/ 3809675 w 11394183"/>
              <a:gd name="connsiteY321" fmla="*/ 981410 h 3300883"/>
              <a:gd name="connsiteX322" fmla="*/ 3808949 w 11394183"/>
              <a:gd name="connsiteY322" fmla="*/ 980685 h 3300883"/>
              <a:gd name="connsiteX323" fmla="*/ 3813303 w 11394183"/>
              <a:gd name="connsiteY323" fmla="*/ 984314 h 3300883"/>
              <a:gd name="connsiteX324" fmla="*/ 3811127 w 11394183"/>
              <a:gd name="connsiteY324" fmla="*/ 986491 h 3300883"/>
              <a:gd name="connsiteX325" fmla="*/ 3831448 w 11394183"/>
              <a:gd name="connsiteY325" fmla="*/ 1017700 h 3300883"/>
              <a:gd name="connsiteX326" fmla="*/ 3912011 w 11394183"/>
              <a:gd name="connsiteY326" fmla="*/ 1017700 h 3300883"/>
              <a:gd name="connsiteX327" fmla="*/ 3919269 w 11394183"/>
              <a:gd name="connsiteY327" fmla="*/ 1010442 h 3300883"/>
              <a:gd name="connsiteX328" fmla="*/ 3926527 w 11394183"/>
              <a:gd name="connsiteY328" fmla="*/ 1002459 h 3300883"/>
              <a:gd name="connsiteX329" fmla="*/ 3928705 w 11394183"/>
              <a:gd name="connsiteY329" fmla="*/ 934960 h 3300883"/>
              <a:gd name="connsiteX330" fmla="*/ 3838706 w 11394183"/>
              <a:gd name="connsiteY330" fmla="*/ 922621 h 3300883"/>
              <a:gd name="connsiteX331" fmla="*/ 3790078 w 11394183"/>
              <a:gd name="connsiteY331" fmla="*/ 939315 h 3300883"/>
              <a:gd name="connsiteX332" fmla="*/ 3191301 w 11394183"/>
              <a:gd name="connsiteY332" fmla="*/ 939315 h 3300883"/>
              <a:gd name="connsiteX333" fmla="*/ 3141947 w 11394183"/>
              <a:gd name="connsiteY333" fmla="*/ 987217 h 3300883"/>
              <a:gd name="connsiteX334" fmla="*/ 3141947 w 11394183"/>
              <a:gd name="connsiteY334" fmla="*/ 1596881 h 3300883"/>
              <a:gd name="connsiteX335" fmla="*/ 3117271 w 11394183"/>
              <a:gd name="connsiteY335" fmla="*/ 1630267 h 3300883"/>
              <a:gd name="connsiteX336" fmla="*/ 3049046 w 11394183"/>
              <a:gd name="connsiteY336" fmla="*/ 1702846 h 3300883"/>
              <a:gd name="connsiteX337" fmla="*/ 3049773 w 11394183"/>
              <a:gd name="connsiteY337" fmla="*/ 1724619 h 3300883"/>
              <a:gd name="connsiteX338" fmla="*/ 3030176 w 11394183"/>
              <a:gd name="connsiteY338" fmla="*/ 1746393 h 3300883"/>
              <a:gd name="connsiteX339" fmla="*/ 2968483 w 11394183"/>
              <a:gd name="connsiteY339" fmla="*/ 1746393 h 3300883"/>
              <a:gd name="connsiteX340" fmla="*/ 2909695 w 11394183"/>
              <a:gd name="connsiteY340" fmla="*/ 1689782 h 3300883"/>
              <a:gd name="connsiteX341" fmla="*/ 2874131 w 11394183"/>
              <a:gd name="connsiteY341" fmla="*/ 1617928 h 3300883"/>
              <a:gd name="connsiteX342" fmla="*/ 2863970 w 11394183"/>
              <a:gd name="connsiteY342" fmla="*/ 1584542 h 3300883"/>
              <a:gd name="connsiteX343" fmla="*/ 2863970 w 11394183"/>
              <a:gd name="connsiteY343" fmla="*/ 535775 h 3300883"/>
              <a:gd name="connsiteX344" fmla="*/ 2871228 w 11394183"/>
              <a:gd name="connsiteY344" fmla="*/ 502389 h 3300883"/>
              <a:gd name="connsiteX345" fmla="*/ 2870501 w 11394183"/>
              <a:gd name="connsiteY345" fmla="*/ 503114 h 3300883"/>
              <a:gd name="connsiteX346" fmla="*/ 2906066 w 11394183"/>
              <a:gd name="connsiteY346" fmla="*/ 494405 h 3300883"/>
              <a:gd name="connsiteX347" fmla="*/ 3344443 w 11394183"/>
              <a:gd name="connsiteY347" fmla="*/ 495131 h 3300883"/>
              <a:gd name="connsiteX348" fmla="*/ 3378556 w 11394183"/>
              <a:gd name="connsiteY348" fmla="*/ 460293 h 3300883"/>
              <a:gd name="connsiteX349" fmla="*/ 3378556 w 11394183"/>
              <a:gd name="connsiteY349" fmla="*/ 206266 h 3300883"/>
              <a:gd name="connsiteX350" fmla="*/ 3393071 w 11394183"/>
              <a:gd name="connsiteY350" fmla="*/ 176509 h 3300883"/>
              <a:gd name="connsiteX351" fmla="*/ 3414845 w 11394183"/>
              <a:gd name="connsiteY351" fmla="*/ 154735 h 3300883"/>
              <a:gd name="connsiteX352" fmla="*/ 3417022 w 11394183"/>
              <a:gd name="connsiteY352" fmla="*/ 92317 h 3300883"/>
              <a:gd name="connsiteX353" fmla="*/ 3349523 w 11394183"/>
              <a:gd name="connsiteY353" fmla="*/ 62560 h 3300883"/>
              <a:gd name="connsiteX354" fmla="*/ 3300169 w 11394183"/>
              <a:gd name="connsiteY354" fmla="*/ 109736 h 3300883"/>
              <a:gd name="connsiteX355" fmla="*/ 3330653 w 11394183"/>
              <a:gd name="connsiteY355" fmla="*/ 180863 h 3300883"/>
              <a:gd name="connsiteX356" fmla="*/ 3352427 w 11394183"/>
              <a:gd name="connsiteY356" fmla="*/ 224411 h 3300883"/>
              <a:gd name="connsiteX357" fmla="*/ 3353153 w 11394183"/>
              <a:gd name="connsiteY357" fmla="*/ 438519 h 3300883"/>
              <a:gd name="connsiteX358" fmla="*/ 3319041 w 11394183"/>
              <a:gd name="connsiteY358" fmla="*/ 472632 h 3300883"/>
              <a:gd name="connsiteX359" fmla="*/ 2869050 w 11394183"/>
              <a:gd name="connsiteY359" fmla="*/ 471179 h 3300883"/>
              <a:gd name="connsiteX360" fmla="*/ 2825503 w 11394183"/>
              <a:gd name="connsiteY360" fmla="*/ 513276 h 3300883"/>
              <a:gd name="connsiteX361" fmla="*/ 2826955 w 11394183"/>
              <a:gd name="connsiteY361" fmla="*/ 1601961 h 3300883"/>
              <a:gd name="connsiteX362" fmla="*/ 2800100 w 11394183"/>
              <a:gd name="connsiteY362" fmla="*/ 1631719 h 3300883"/>
              <a:gd name="connsiteX363" fmla="*/ 2768891 w 11394183"/>
              <a:gd name="connsiteY363" fmla="*/ 1661476 h 3300883"/>
              <a:gd name="connsiteX364" fmla="*/ 2768891 w 11394183"/>
              <a:gd name="connsiteY364" fmla="*/ 1686878 h 3300883"/>
              <a:gd name="connsiteX365" fmla="*/ 2708650 w 11394183"/>
              <a:gd name="connsiteY365" fmla="*/ 1747845 h 3300883"/>
              <a:gd name="connsiteX366" fmla="*/ 2626636 w 11394183"/>
              <a:gd name="connsiteY366" fmla="*/ 1667282 h 3300883"/>
              <a:gd name="connsiteX367" fmla="*/ 2593976 w 11394183"/>
              <a:gd name="connsiteY367" fmla="*/ 1631719 h 3300883"/>
              <a:gd name="connsiteX368" fmla="*/ 2570751 w 11394183"/>
              <a:gd name="connsiteY368" fmla="*/ 1619380 h 3300883"/>
              <a:gd name="connsiteX369" fmla="*/ 2566396 w 11394183"/>
              <a:gd name="connsiteY369" fmla="*/ 1580914 h 3300883"/>
              <a:gd name="connsiteX370" fmla="*/ 2566396 w 11394183"/>
              <a:gd name="connsiteY370" fmla="*/ 137317 h 3300883"/>
              <a:gd name="connsiteX371" fmla="*/ 2573653 w 11394183"/>
              <a:gd name="connsiteY371" fmla="*/ 104655 h 3300883"/>
              <a:gd name="connsiteX372" fmla="*/ 2573653 w 11394183"/>
              <a:gd name="connsiteY372" fmla="*/ 105382 h 3300883"/>
              <a:gd name="connsiteX373" fmla="*/ 2580912 w 11394183"/>
              <a:gd name="connsiteY373" fmla="*/ 97398 h 3300883"/>
              <a:gd name="connsiteX374" fmla="*/ 2588896 w 11394183"/>
              <a:gd name="connsiteY374" fmla="*/ 40786 h 3300883"/>
              <a:gd name="connsiteX375" fmla="*/ 2529381 w 11394183"/>
              <a:gd name="connsiteY375" fmla="*/ 142 h 330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</a:cxnLst>
            <a:rect l="l" t="t" r="r" b="b"/>
            <a:pathLst>
              <a:path w="11394183" h="3300883">
                <a:moveTo>
                  <a:pt x="3168075" y="3011446"/>
                </a:moveTo>
                <a:cubicBezTo>
                  <a:pt x="3133237" y="3004189"/>
                  <a:pt x="3141946" y="3031042"/>
                  <a:pt x="3141946" y="3047736"/>
                </a:cubicBezTo>
                <a:lnTo>
                  <a:pt x="3141946" y="3300883"/>
                </a:lnTo>
                <a:lnTo>
                  <a:pt x="3165898" y="3300883"/>
                </a:lnTo>
                <a:lnTo>
                  <a:pt x="3165898" y="3029591"/>
                </a:lnTo>
                <a:cubicBezTo>
                  <a:pt x="3165898" y="3023059"/>
                  <a:pt x="3167349" y="3017253"/>
                  <a:pt x="3168075" y="3011446"/>
                </a:cubicBezTo>
                <a:close/>
                <a:moveTo>
                  <a:pt x="2591366" y="3007317"/>
                </a:moveTo>
                <a:cubicBezTo>
                  <a:pt x="2577282" y="3007181"/>
                  <a:pt x="2577282" y="3023783"/>
                  <a:pt x="2577282" y="3041202"/>
                </a:cubicBezTo>
                <a:cubicBezTo>
                  <a:pt x="2577352" y="3127762"/>
                  <a:pt x="2577421" y="3214323"/>
                  <a:pt x="2577491" y="3300883"/>
                </a:cubicBezTo>
                <a:lnTo>
                  <a:pt x="2606313" y="3300883"/>
                </a:lnTo>
                <a:lnTo>
                  <a:pt x="2606313" y="3041928"/>
                </a:lnTo>
                <a:cubicBezTo>
                  <a:pt x="2606313" y="3031767"/>
                  <a:pt x="2604135" y="3022332"/>
                  <a:pt x="2610667" y="3013622"/>
                </a:cubicBezTo>
                <a:cubicBezTo>
                  <a:pt x="2602321" y="3009268"/>
                  <a:pt x="2596061" y="3007362"/>
                  <a:pt x="2591366" y="3007317"/>
                </a:cubicBezTo>
                <a:close/>
                <a:moveTo>
                  <a:pt x="2903083" y="3005447"/>
                </a:moveTo>
                <a:cubicBezTo>
                  <a:pt x="2898490" y="3005594"/>
                  <a:pt x="2893182" y="3007091"/>
                  <a:pt x="2887195" y="3009994"/>
                </a:cubicBezTo>
                <a:cubicBezTo>
                  <a:pt x="2869776" y="3018703"/>
                  <a:pt x="2877033" y="3035396"/>
                  <a:pt x="2877033" y="3048460"/>
                </a:cubicBezTo>
                <a:lnTo>
                  <a:pt x="2877033" y="3300883"/>
                </a:lnTo>
                <a:lnTo>
                  <a:pt x="2924210" y="3300883"/>
                </a:lnTo>
                <a:lnTo>
                  <a:pt x="2924210" y="3039025"/>
                </a:lnTo>
                <a:cubicBezTo>
                  <a:pt x="2924210" y="3016707"/>
                  <a:pt x="2916862" y="3005004"/>
                  <a:pt x="2903083" y="3005447"/>
                </a:cubicBezTo>
                <a:close/>
                <a:moveTo>
                  <a:pt x="1413840" y="2870642"/>
                </a:moveTo>
                <a:cubicBezTo>
                  <a:pt x="1414566" y="2872094"/>
                  <a:pt x="1414566" y="2872820"/>
                  <a:pt x="1414566" y="2874271"/>
                </a:cubicBezTo>
                <a:lnTo>
                  <a:pt x="1228038" y="2874271"/>
                </a:lnTo>
                <a:lnTo>
                  <a:pt x="1228038" y="2870642"/>
                </a:lnTo>
                <a:lnTo>
                  <a:pt x="1413840" y="2870642"/>
                </a:lnTo>
                <a:close/>
                <a:moveTo>
                  <a:pt x="3635032" y="2179418"/>
                </a:moveTo>
                <a:cubicBezTo>
                  <a:pt x="3639659" y="2178965"/>
                  <a:pt x="3644558" y="2179690"/>
                  <a:pt x="3649275" y="2179690"/>
                </a:cubicBezTo>
                <a:lnTo>
                  <a:pt x="4079669" y="2179690"/>
                </a:lnTo>
                <a:cubicBezTo>
                  <a:pt x="4084023" y="2179690"/>
                  <a:pt x="4089104" y="2180416"/>
                  <a:pt x="4093459" y="2186222"/>
                </a:cubicBezTo>
                <a:lnTo>
                  <a:pt x="3622421" y="2186222"/>
                </a:lnTo>
                <a:lnTo>
                  <a:pt x="3624598" y="2190577"/>
                </a:lnTo>
                <a:lnTo>
                  <a:pt x="4062975" y="2190577"/>
                </a:lnTo>
                <a:cubicBezTo>
                  <a:pt x="4092733" y="2190577"/>
                  <a:pt x="4102168" y="2197835"/>
                  <a:pt x="4102168" y="2228318"/>
                </a:cubicBezTo>
                <a:cubicBezTo>
                  <a:pt x="4101443" y="2291462"/>
                  <a:pt x="4099265" y="2353880"/>
                  <a:pt x="4093459" y="2416298"/>
                </a:cubicBezTo>
                <a:cubicBezTo>
                  <a:pt x="4091281" y="2438072"/>
                  <a:pt x="4082572" y="2447507"/>
                  <a:pt x="4059347" y="2447507"/>
                </a:cubicBezTo>
                <a:lnTo>
                  <a:pt x="3650000" y="2447507"/>
                </a:lnTo>
                <a:cubicBezTo>
                  <a:pt x="3628228" y="2447507"/>
                  <a:pt x="3618791" y="2440975"/>
                  <a:pt x="3621696" y="2418475"/>
                </a:cubicBezTo>
                <a:cubicBezTo>
                  <a:pt x="3623872" y="2400330"/>
                  <a:pt x="3615163" y="2397427"/>
                  <a:pt x="3598470" y="2396702"/>
                </a:cubicBezTo>
                <a:cubicBezTo>
                  <a:pt x="3567260" y="2394524"/>
                  <a:pt x="3533875" y="2408315"/>
                  <a:pt x="3504842" y="2387266"/>
                </a:cubicBezTo>
                <a:cubicBezTo>
                  <a:pt x="3496859" y="2341541"/>
                  <a:pt x="3493230" y="2295817"/>
                  <a:pt x="3506294" y="2251543"/>
                </a:cubicBezTo>
                <a:cubicBezTo>
                  <a:pt x="3543309" y="2237754"/>
                  <a:pt x="3580324" y="2239930"/>
                  <a:pt x="3618791" y="2250818"/>
                </a:cubicBezTo>
                <a:cubicBezTo>
                  <a:pt x="3625324" y="2232673"/>
                  <a:pt x="3620969" y="2213802"/>
                  <a:pt x="3620969" y="2195657"/>
                </a:cubicBezTo>
                <a:cubicBezTo>
                  <a:pt x="3617340" y="2192028"/>
                  <a:pt x="3614437" y="2188400"/>
                  <a:pt x="3622421" y="2186222"/>
                </a:cubicBezTo>
                <a:cubicBezTo>
                  <a:pt x="3626050" y="2181505"/>
                  <a:pt x="3630405" y="2179872"/>
                  <a:pt x="3635032" y="2179418"/>
                </a:cubicBezTo>
                <a:close/>
                <a:moveTo>
                  <a:pt x="76208" y="1218744"/>
                </a:moveTo>
                <a:cubicBezTo>
                  <a:pt x="10161" y="1219469"/>
                  <a:pt x="1452" y="1231082"/>
                  <a:pt x="0" y="1294951"/>
                </a:cubicBezTo>
                <a:lnTo>
                  <a:pt x="0" y="1338499"/>
                </a:lnTo>
                <a:lnTo>
                  <a:pt x="0" y="3206684"/>
                </a:lnTo>
                <a:cubicBezTo>
                  <a:pt x="0" y="3226280"/>
                  <a:pt x="0" y="3245151"/>
                  <a:pt x="1452" y="3264747"/>
                </a:cubicBezTo>
                <a:cubicBezTo>
                  <a:pt x="1815" y="3272731"/>
                  <a:pt x="2904" y="3280533"/>
                  <a:pt x="5988" y="3287337"/>
                </a:cubicBezTo>
                <a:lnTo>
                  <a:pt x="19459" y="3300883"/>
                </a:lnTo>
                <a:lnTo>
                  <a:pt x="25633" y="3300883"/>
                </a:lnTo>
                <a:lnTo>
                  <a:pt x="26219" y="3300311"/>
                </a:lnTo>
                <a:lnTo>
                  <a:pt x="26699" y="3300883"/>
                </a:lnTo>
                <a:lnTo>
                  <a:pt x="1001629" y="3300883"/>
                </a:lnTo>
                <a:lnTo>
                  <a:pt x="1038606" y="3290150"/>
                </a:lnTo>
                <a:cubicBezTo>
                  <a:pt x="1029171" y="3272006"/>
                  <a:pt x="1012478" y="3262570"/>
                  <a:pt x="997236" y="3251683"/>
                </a:cubicBezTo>
                <a:cubicBezTo>
                  <a:pt x="880384" y="3165314"/>
                  <a:pt x="784580" y="3060074"/>
                  <a:pt x="706920" y="2937416"/>
                </a:cubicBezTo>
                <a:cubicBezTo>
                  <a:pt x="643051" y="2835805"/>
                  <a:pt x="592971" y="2728388"/>
                  <a:pt x="566116" y="2610810"/>
                </a:cubicBezTo>
                <a:cubicBezTo>
                  <a:pt x="549423" y="2604278"/>
                  <a:pt x="548698" y="2591939"/>
                  <a:pt x="553779" y="2577424"/>
                </a:cubicBezTo>
                <a:cubicBezTo>
                  <a:pt x="551601" y="2570165"/>
                  <a:pt x="548698" y="2563633"/>
                  <a:pt x="545795" y="2556376"/>
                </a:cubicBezTo>
                <a:cubicBezTo>
                  <a:pt x="528376" y="2515006"/>
                  <a:pt x="524021" y="2470007"/>
                  <a:pt x="521117" y="2426459"/>
                </a:cubicBezTo>
                <a:cubicBezTo>
                  <a:pt x="513134" y="2316139"/>
                  <a:pt x="511682" y="2205819"/>
                  <a:pt x="528376" y="2095499"/>
                </a:cubicBezTo>
                <a:cubicBezTo>
                  <a:pt x="529827" y="2086789"/>
                  <a:pt x="529827" y="2075903"/>
                  <a:pt x="538537" y="2069371"/>
                </a:cubicBezTo>
                <a:lnTo>
                  <a:pt x="538537" y="2066467"/>
                </a:lnTo>
                <a:cubicBezTo>
                  <a:pt x="539988" y="1990260"/>
                  <a:pt x="567568" y="1919857"/>
                  <a:pt x="593697" y="1850181"/>
                </a:cubicBezTo>
                <a:cubicBezTo>
                  <a:pt x="656115" y="1685427"/>
                  <a:pt x="751193" y="1540995"/>
                  <a:pt x="880384" y="1419788"/>
                </a:cubicBezTo>
                <a:cubicBezTo>
                  <a:pt x="888368" y="1411804"/>
                  <a:pt x="894175" y="1398014"/>
                  <a:pt x="909415" y="1403095"/>
                </a:cubicBezTo>
                <a:cubicBezTo>
                  <a:pt x="920303" y="1366079"/>
                  <a:pt x="955866" y="1353741"/>
                  <a:pt x="981269" y="1331967"/>
                </a:cubicBezTo>
                <a:cubicBezTo>
                  <a:pt x="1013204" y="1305113"/>
                  <a:pt x="1050219" y="1283340"/>
                  <a:pt x="1085057" y="1260114"/>
                </a:cubicBezTo>
                <a:cubicBezTo>
                  <a:pt x="1096670" y="1252856"/>
                  <a:pt x="1108282" y="1246324"/>
                  <a:pt x="1107556" y="1230357"/>
                </a:cubicBezTo>
                <a:cubicBezTo>
                  <a:pt x="1096670" y="1217293"/>
                  <a:pt x="1080703" y="1219469"/>
                  <a:pt x="1066912" y="1219469"/>
                </a:cubicBezTo>
                <a:lnTo>
                  <a:pt x="76208" y="1218744"/>
                </a:lnTo>
                <a:close/>
                <a:moveTo>
                  <a:pt x="2529381" y="142"/>
                </a:moveTo>
                <a:cubicBezTo>
                  <a:pt x="2501075" y="1594"/>
                  <a:pt x="2475672" y="16835"/>
                  <a:pt x="2466963" y="46592"/>
                </a:cubicBezTo>
                <a:cubicBezTo>
                  <a:pt x="2458978" y="74898"/>
                  <a:pt x="2469866" y="98849"/>
                  <a:pt x="2497445" y="111914"/>
                </a:cubicBezTo>
                <a:cubicBezTo>
                  <a:pt x="2522849" y="124252"/>
                  <a:pt x="2527929" y="143122"/>
                  <a:pt x="2527929" y="169977"/>
                </a:cubicBezTo>
                <a:cubicBezTo>
                  <a:pt x="2527203" y="594564"/>
                  <a:pt x="2527203" y="1019152"/>
                  <a:pt x="2527203" y="1443739"/>
                </a:cubicBezTo>
                <a:cubicBezTo>
                  <a:pt x="2527203" y="1496721"/>
                  <a:pt x="2527929" y="1550430"/>
                  <a:pt x="2527203" y="1603413"/>
                </a:cubicBezTo>
                <a:cubicBezTo>
                  <a:pt x="2527203" y="1613574"/>
                  <a:pt x="2532284" y="1629541"/>
                  <a:pt x="2517042" y="1630267"/>
                </a:cubicBezTo>
                <a:cubicBezTo>
                  <a:pt x="2487285" y="1632444"/>
                  <a:pt x="2491640" y="1652766"/>
                  <a:pt x="2491640" y="1671637"/>
                </a:cubicBezTo>
                <a:cubicBezTo>
                  <a:pt x="2491640" y="1688330"/>
                  <a:pt x="2490188" y="1705749"/>
                  <a:pt x="2491640" y="1722443"/>
                </a:cubicBezTo>
                <a:cubicBezTo>
                  <a:pt x="2493091" y="1740587"/>
                  <a:pt x="2487285" y="1749297"/>
                  <a:pt x="2467688" y="1748571"/>
                </a:cubicBezTo>
                <a:cubicBezTo>
                  <a:pt x="2436480" y="1747845"/>
                  <a:pt x="2404544" y="1747845"/>
                  <a:pt x="2373335" y="1748571"/>
                </a:cubicBezTo>
                <a:cubicBezTo>
                  <a:pt x="2354465" y="1749297"/>
                  <a:pt x="2348658" y="1739861"/>
                  <a:pt x="2349384" y="1721716"/>
                </a:cubicBezTo>
                <a:cubicBezTo>
                  <a:pt x="2350110" y="1697766"/>
                  <a:pt x="2350110" y="1673089"/>
                  <a:pt x="2349384" y="1649137"/>
                </a:cubicBezTo>
                <a:cubicBezTo>
                  <a:pt x="2349384" y="1641154"/>
                  <a:pt x="2355191" y="1627363"/>
                  <a:pt x="2337046" y="1630993"/>
                </a:cubicBezTo>
                <a:cubicBezTo>
                  <a:pt x="2311644" y="1636073"/>
                  <a:pt x="2310918" y="1622283"/>
                  <a:pt x="2310918" y="1601961"/>
                </a:cubicBezTo>
                <a:lnTo>
                  <a:pt x="2310918" y="861655"/>
                </a:lnTo>
                <a:cubicBezTo>
                  <a:pt x="2310918" y="842059"/>
                  <a:pt x="2313820" y="823914"/>
                  <a:pt x="2322530" y="805769"/>
                </a:cubicBezTo>
                <a:cubicBezTo>
                  <a:pt x="2345030" y="760044"/>
                  <a:pt x="2314547" y="715046"/>
                  <a:pt x="2265193" y="717949"/>
                </a:cubicBezTo>
                <a:cubicBezTo>
                  <a:pt x="2232533" y="720126"/>
                  <a:pt x="2210033" y="744077"/>
                  <a:pt x="2207130" y="781093"/>
                </a:cubicBezTo>
                <a:cubicBezTo>
                  <a:pt x="2204952" y="813753"/>
                  <a:pt x="2215839" y="836978"/>
                  <a:pt x="2253580" y="838430"/>
                </a:cubicBezTo>
                <a:cubicBezTo>
                  <a:pt x="2281886" y="839881"/>
                  <a:pt x="2277531" y="860204"/>
                  <a:pt x="2277531" y="877622"/>
                </a:cubicBezTo>
                <a:cubicBezTo>
                  <a:pt x="2277531" y="1117133"/>
                  <a:pt x="2276806" y="1356644"/>
                  <a:pt x="2278257" y="1596155"/>
                </a:cubicBezTo>
                <a:cubicBezTo>
                  <a:pt x="2278984" y="1626638"/>
                  <a:pt x="2268823" y="1635348"/>
                  <a:pt x="2241242" y="1631719"/>
                </a:cubicBezTo>
                <a:cubicBezTo>
                  <a:pt x="2215113" y="1628090"/>
                  <a:pt x="2205678" y="1638976"/>
                  <a:pt x="2205678" y="1666557"/>
                </a:cubicBezTo>
                <a:cubicBezTo>
                  <a:pt x="2205678" y="1692685"/>
                  <a:pt x="2223097" y="1729700"/>
                  <a:pt x="2204952" y="1742764"/>
                </a:cubicBezTo>
                <a:cubicBezTo>
                  <a:pt x="2186808" y="1756554"/>
                  <a:pt x="2151244" y="1747119"/>
                  <a:pt x="2123665" y="1747845"/>
                </a:cubicBezTo>
                <a:cubicBezTo>
                  <a:pt x="2116406" y="1747845"/>
                  <a:pt x="2109148" y="1747119"/>
                  <a:pt x="2101890" y="1747845"/>
                </a:cubicBezTo>
                <a:cubicBezTo>
                  <a:pt x="2081568" y="1749297"/>
                  <a:pt x="2073584" y="1740587"/>
                  <a:pt x="2074309" y="1720265"/>
                </a:cubicBezTo>
                <a:cubicBezTo>
                  <a:pt x="2075035" y="1689782"/>
                  <a:pt x="2074309" y="1660025"/>
                  <a:pt x="2074309" y="1630993"/>
                </a:cubicBezTo>
                <a:cubicBezTo>
                  <a:pt x="2051085" y="1625187"/>
                  <a:pt x="2026407" y="1644057"/>
                  <a:pt x="2008989" y="1618655"/>
                </a:cubicBezTo>
                <a:cubicBezTo>
                  <a:pt x="2001730" y="1613574"/>
                  <a:pt x="2002456" y="1606316"/>
                  <a:pt x="2002456" y="1599058"/>
                </a:cubicBezTo>
                <a:lnTo>
                  <a:pt x="2002456" y="1135278"/>
                </a:lnTo>
                <a:cubicBezTo>
                  <a:pt x="2002456" y="1129472"/>
                  <a:pt x="2003908" y="1123665"/>
                  <a:pt x="2005359" y="1117859"/>
                </a:cubicBezTo>
                <a:lnTo>
                  <a:pt x="1660609" y="1117859"/>
                </a:lnTo>
                <a:cubicBezTo>
                  <a:pt x="1647545" y="1117859"/>
                  <a:pt x="1630126" y="1124391"/>
                  <a:pt x="1623594" y="1104795"/>
                </a:cubicBezTo>
                <a:cubicBezTo>
                  <a:pt x="1614159" y="1095359"/>
                  <a:pt x="1617788" y="1083747"/>
                  <a:pt x="1617788" y="1073586"/>
                </a:cubicBezTo>
                <a:lnTo>
                  <a:pt x="1617788" y="606177"/>
                </a:lnTo>
                <a:cubicBezTo>
                  <a:pt x="1617788" y="596016"/>
                  <a:pt x="1614159" y="584403"/>
                  <a:pt x="1623594" y="575693"/>
                </a:cubicBezTo>
                <a:lnTo>
                  <a:pt x="1623594" y="576420"/>
                </a:lnTo>
                <a:cubicBezTo>
                  <a:pt x="1622868" y="569888"/>
                  <a:pt x="1622868" y="563356"/>
                  <a:pt x="1631577" y="561903"/>
                </a:cubicBezTo>
                <a:lnTo>
                  <a:pt x="1640287" y="498760"/>
                </a:lnTo>
                <a:cubicBezTo>
                  <a:pt x="1631577" y="466825"/>
                  <a:pt x="1603997" y="465374"/>
                  <a:pt x="1579321" y="467551"/>
                </a:cubicBezTo>
                <a:cubicBezTo>
                  <a:pt x="1548838" y="470454"/>
                  <a:pt x="1530693" y="492953"/>
                  <a:pt x="1526338" y="523437"/>
                </a:cubicBezTo>
                <a:cubicBezTo>
                  <a:pt x="1522709" y="546662"/>
                  <a:pt x="1523435" y="572791"/>
                  <a:pt x="1551015" y="578596"/>
                </a:cubicBezTo>
                <a:cubicBezTo>
                  <a:pt x="1582224" y="585855"/>
                  <a:pt x="1581498" y="605451"/>
                  <a:pt x="1581498" y="629402"/>
                </a:cubicBezTo>
                <a:cubicBezTo>
                  <a:pt x="1580772" y="793430"/>
                  <a:pt x="1580772" y="958186"/>
                  <a:pt x="1581498" y="1122214"/>
                </a:cubicBezTo>
                <a:cubicBezTo>
                  <a:pt x="1581498" y="1130923"/>
                  <a:pt x="1575692" y="1141810"/>
                  <a:pt x="1585853" y="1149068"/>
                </a:cubicBezTo>
                <a:cubicBezTo>
                  <a:pt x="1593836" y="1138182"/>
                  <a:pt x="1605449" y="1141084"/>
                  <a:pt x="1615610" y="1141084"/>
                </a:cubicBezTo>
                <a:lnTo>
                  <a:pt x="1943667" y="1141084"/>
                </a:lnTo>
                <a:cubicBezTo>
                  <a:pt x="1953828" y="1141084"/>
                  <a:pt x="1966167" y="1136729"/>
                  <a:pt x="1972699" y="1149793"/>
                </a:cubicBezTo>
                <a:cubicBezTo>
                  <a:pt x="1975602" y="1154874"/>
                  <a:pt x="1979957" y="1160681"/>
                  <a:pt x="1979957" y="1165761"/>
                </a:cubicBezTo>
                <a:cubicBezTo>
                  <a:pt x="1980683" y="1313822"/>
                  <a:pt x="1980683" y="1462609"/>
                  <a:pt x="1980683" y="1611396"/>
                </a:cubicBezTo>
                <a:cubicBezTo>
                  <a:pt x="1980683" y="1620106"/>
                  <a:pt x="1978506" y="1630993"/>
                  <a:pt x="1968344" y="1630267"/>
                </a:cubicBezTo>
                <a:cubicBezTo>
                  <a:pt x="1932780" y="1628090"/>
                  <a:pt x="1938587" y="1652766"/>
                  <a:pt x="1938587" y="1673814"/>
                </a:cubicBezTo>
                <a:cubicBezTo>
                  <a:pt x="1938587" y="1690507"/>
                  <a:pt x="1937861" y="1707927"/>
                  <a:pt x="1939313" y="1724619"/>
                </a:cubicBezTo>
                <a:cubicBezTo>
                  <a:pt x="1940764" y="1742764"/>
                  <a:pt x="1932780" y="1747845"/>
                  <a:pt x="1916087" y="1747845"/>
                </a:cubicBezTo>
                <a:cubicBezTo>
                  <a:pt x="1884878" y="1747119"/>
                  <a:pt x="1852943" y="1746393"/>
                  <a:pt x="1821734" y="1747845"/>
                </a:cubicBezTo>
                <a:cubicBezTo>
                  <a:pt x="1801413" y="1748571"/>
                  <a:pt x="1797058" y="1738410"/>
                  <a:pt x="1797784" y="1720991"/>
                </a:cubicBezTo>
                <a:cubicBezTo>
                  <a:pt x="1798509" y="1697039"/>
                  <a:pt x="1797784" y="1672363"/>
                  <a:pt x="1797784" y="1648412"/>
                </a:cubicBezTo>
                <a:cubicBezTo>
                  <a:pt x="1797784" y="1638976"/>
                  <a:pt x="1799235" y="1627363"/>
                  <a:pt x="1783993" y="1629541"/>
                </a:cubicBezTo>
                <a:cubicBezTo>
                  <a:pt x="1758591" y="1633170"/>
                  <a:pt x="1760768" y="1615751"/>
                  <a:pt x="1760768" y="1599784"/>
                </a:cubicBezTo>
                <a:cubicBezTo>
                  <a:pt x="1760768" y="1522124"/>
                  <a:pt x="1759317" y="1445191"/>
                  <a:pt x="1760768" y="1367531"/>
                </a:cubicBezTo>
                <a:cubicBezTo>
                  <a:pt x="1761494" y="1341403"/>
                  <a:pt x="1754236" y="1333418"/>
                  <a:pt x="1726656" y="1333418"/>
                </a:cubicBezTo>
                <a:lnTo>
                  <a:pt x="1349971" y="1334145"/>
                </a:lnTo>
                <a:cubicBezTo>
                  <a:pt x="1331826" y="1334145"/>
                  <a:pt x="1316584" y="1334145"/>
                  <a:pt x="1301343" y="1318178"/>
                </a:cubicBezTo>
                <a:cubicBezTo>
                  <a:pt x="1281021" y="1296404"/>
                  <a:pt x="1232393" y="1300758"/>
                  <a:pt x="1212797" y="1320354"/>
                </a:cubicBezTo>
                <a:cubicBezTo>
                  <a:pt x="1184491" y="1349386"/>
                  <a:pt x="1183765" y="1377692"/>
                  <a:pt x="1212071" y="1411078"/>
                </a:cubicBezTo>
                <a:cubicBezTo>
                  <a:pt x="1241102" y="1417610"/>
                  <a:pt x="1270134" y="1416885"/>
                  <a:pt x="1299166" y="1409626"/>
                </a:cubicBezTo>
                <a:cubicBezTo>
                  <a:pt x="1296262" y="1401643"/>
                  <a:pt x="1299891" y="1397289"/>
                  <a:pt x="1307149" y="1395111"/>
                </a:cubicBezTo>
                <a:lnTo>
                  <a:pt x="1307149" y="1395837"/>
                </a:lnTo>
                <a:cubicBezTo>
                  <a:pt x="1306423" y="1363902"/>
                  <a:pt x="1320940" y="1351563"/>
                  <a:pt x="1353600" y="1352289"/>
                </a:cubicBezTo>
                <a:cubicBezTo>
                  <a:pt x="1463920" y="1353741"/>
                  <a:pt x="1573515" y="1352289"/>
                  <a:pt x="1683835" y="1353015"/>
                </a:cubicBezTo>
                <a:cubicBezTo>
                  <a:pt x="1694721" y="1353015"/>
                  <a:pt x="1717947" y="1343580"/>
                  <a:pt x="1707060" y="1372612"/>
                </a:cubicBezTo>
                <a:cubicBezTo>
                  <a:pt x="1709238" y="1382047"/>
                  <a:pt x="1713592" y="1390756"/>
                  <a:pt x="1713592" y="1400191"/>
                </a:cubicBezTo>
                <a:cubicBezTo>
                  <a:pt x="1714317" y="1472044"/>
                  <a:pt x="1714317" y="1543172"/>
                  <a:pt x="1715043" y="1614299"/>
                </a:cubicBezTo>
                <a:cubicBezTo>
                  <a:pt x="1715043" y="1627363"/>
                  <a:pt x="1707785" y="1631719"/>
                  <a:pt x="1696899" y="1630267"/>
                </a:cubicBezTo>
                <a:cubicBezTo>
                  <a:pt x="1662787" y="1624461"/>
                  <a:pt x="1659158" y="1644057"/>
                  <a:pt x="1661335" y="1670911"/>
                </a:cubicBezTo>
                <a:cubicBezTo>
                  <a:pt x="1662787" y="1686878"/>
                  <a:pt x="1660609" y="1702846"/>
                  <a:pt x="1662061" y="1718087"/>
                </a:cubicBezTo>
                <a:cubicBezTo>
                  <a:pt x="1664964" y="1741313"/>
                  <a:pt x="1654077" y="1747845"/>
                  <a:pt x="1633030" y="1747119"/>
                </a:cubicBezTo>
                <a:cubicBezTo>
                  <a:pt x="1603997" y="1745668"/>
                  <a:pt x="1574966" y="1745668"/>
                  <a:pt x="1545934" y="1747119"/>
                </a:cubicBezTo>
                <a:cubicBezTo>
                  <a:pt x="1524886" y="1748571"/>
                  <a:pt x="1517628" y="1739861"/>
                  <a:pt x="1519080" y="1719540"/>
                </a:cubicBezTo>
                <a:cubicBezTo>
                  <a:pt x="1519806" y="1702846"/>
                  <a:pt x="1518354" y="1685427"/>
                  <a:pt x="1519080" y="1668734"/>
                </a:cubicBezTo>
                <a:cubicBezTo>
                  <a:pt x="1520532" y="1646960"/>
                  <a:pt x="1519806" y="1627363"/>
                  <a:pt x="1495129" y="1617928"/>
                </a:cubicBezTo>
                <a:cubicBezTo>
                  <a:pt x="1481339" y="1580914"/>
                  <a:pt x="1491500" y="1542447"/>
                  <a:pt x="1490048" y="1504706"/>
                </a:cubicBezTo>
                <a:cubicBezTo>
                  <a:pt x="1482065" y="1502528"/>
                  <a:pt x="1473355" y="1499625"/>
                  <a:pt x="1465372" y="1499625"/>
                </a:cubicBezTo>
                <a:lnTo>
                  <a:pt x="934093" y="1499625"/>
                </a:lnTo>
                <a:cubicBezTo>
                  <a:pt x="900707" y="1499625"/>
                  <a:pt x="866595" y="1501802"/>
                  <a:pt x="833208" y="1502528"/>
                </a:cubicBezTo>
                <a:cubicBezTo>
                  <a:pt x="816515" y="1503979"/>
                  <a:pt x="815063" y="1521398"/>
                  <a:pt x="794741" y="1533737"/>
                </a:cubicBezTo>
                <a:lnTo>
                  <a:pt x="898529" y="1533737"/>
                </a:lnTo>
                <a:lnTo>
                  <a:pt x="1415292" y="1533737"/>
                </a:lnTo>
                <a:cubicBezTo>
                  <a:pt x="1427631" y="1533737"/>
                  <a:pt x="1442872" y="1525753"/>
                  <a:pt x="1450130" y="1543898"/>
                </a:cubicBezTo>
                <a:cubicBezTo>
                  <a:pt x="1450856" y="1556236"/>
                  <a:pt x="1450856" y="1568575"/>
                  <a:pt x="1452307" y="1580187"/>
                </a:cubicBezTo>
                <a:cubicBezTo>
                  <a:pt x="1455936" y="1612848"/>
                  <a:pt x="1450856" y="1637525"/>
                  <a:pt x="1408034" y="1629541"/>
                </a:cubicBezTo>
                <a:cubicBezTo>
                  <a:pt x="1391341" y="1626638"/>
                  <a:pt x="1382631" y="1635348"/>
                  <a:pt x="1384083" y="1652766"/>
                </a:cubicBezTo>
                <a:lnTo>
                  <a:pt x="1384083" y="1663653"/>
                </a:lnTo>
                <a:cubicBezTo>
                  <a:pt x="1382631" y="1744942"/>
                  <a:pt x="1382631" y="1744942"/>
                  <a:pt x="1299891" y="1744942"/>
                </a:cubicBezTo>
                <a:cubicBezTo>
                  <a:pt x="1211345" y="1744942"/>
                  <a:pt x="1211345" y="1744942"/>
                  <a:pt x="1211345" y="1834214"/>
                </a:cubicBezTo>
                <a:cubicBezTo>
                  <a:pt x="1211345" y="1877035"/>
                  <a:pt x="1209894" y="1919132"/>
                  <a:pt x="1211345" y="1961227"/>
                </a:cubicBezTo>
                <a:cubicBezTo>
                  <a:pt x="1212071" y="1982275"/>
                  <a:pt x="1204813" y="1989533"/>
                  <a:pt x="1184491" y="1988082"/>
                </a:cubicBezTo>
                <a:cubicBezTo>
                  <a:pt x="1168523" y="1986630"/>
                  <a:pt x="1153282" y="1987355"/>
                  <a:pt x="1137315" y="1988082"/>
                </a:cubicBezTo>
                <a:cubicBezTo>
                  <a:pt x="1119170" y="1988807"/>
                  <a:pt x="1098847" y="1980823"/>
                  <a:pt x="1090864" y="2009129"/>
                </a:cubicBezTo>
                <a:cubicBezTo>
                  <a:pt x="1087235" y="2020742"/>
                  <a:pt x="1069090" y="2016388"/>
                  <a:pt x="1057477" y="2016388"/>
                </a:cubicBezTo>
                <a:lnTo>
                  <a:pt x="557408" y="2014210"/>
                </a:lnTo>
                <a:cubicBezTo>
                  <a:pt x="544344" y="2044694"/>
                  <a:pt x="558859" y="2049048"/>
                  <a:pt x="586439" y="2049048"/>
                </a:cubicBezTo>
                <a:lnTo>
                  <a:pt x="1056026" y="2049048"/>
                </a:lnTo>
                <a:cubicBezTo>
                  <a:pt x="1067639" y="2049774"/>
                  <a:pt x="1083606" y="2041791"/>
                  <a:pt x="1090864" y="2059209"/>
                </a:cubicBezTo>
                <a:cubicBezTo>
                  <a:pt x="1097396" y="2078080"/>
                  <a:pt x="1093041" y="2097676"/>
                  <a:pt x="1094493" y="2116546"/>
                </a:cubicBezTo>
                <a:cubicBezTo>
                  <a:pt x="1132234" y="2115095"/>
                  <a:pt x="1170701" y="2102757"/>
                  <a:pt x="1206991" y="2122353"/>
                </a:cubicBezTo>
                <a:cubicBezTo>
                  <a:pt x="1214248" y="2162997"/>
                  <a:pt x="1208442" y="2204367"/>
                  <a:pt x="1210619" y="2245011"/>
                </a:cubicBezTo>
                <a:cubicBezTo>
                  <a:pt x="1212071" y="2260979"/>
                  <a:pt x="1204813" y="2266785"/>
                  <a:pt x="1189571" y="2266060"/>
                </a:cubicBezTo>
                <a:lnTo>
                  <a:pt x="1142395" y="2266060"/>
                </a:lnTo>
                <a:cubicBezTo>
                  <a:pt x="1117718" y="2265333"/>
                  <a:pt x="1090864" y="2259527"/>
                  <a:pt x="1093767" y="2301623"/>
                </a:cubicBezTo>
                <a:cubicBezTo>
                  <a:pt x="1095218" y="2321219"/>
                  <a:pt x="1073445" y="2313962"/>
                  <a:pt x="1061832" y="2313962"/>
                </a:cubicBezTo>
                <a:lnTo>
                  <a:pt x="528376" y="2313962"/>
                </a:lnTo>
                <a:cubicBezTo>
                  <a:pt x="522570" y="2340090"/>
                  <a:pt x="534909" y="2346622"/>
                  <a:pt x="559586" y="2346622"/>
                </a:cubicBezTo>
                <a:lnTo>
                  <a:pt x="1055300" y="2346622"/>
                </a:lnTo>
                <a:cubicBezTo>
                  <a:pt x="1066912" y="2347348"/>
                  <a:pt x="1085057" y="2336461"/>
                  <a:pt x="1091589" y="2358235"/>
                </a:cubicBezTo>
                <a:cubicBezTo>
                  <a:pt x="1089412" y="2391621"/>
                  <a:pt x="1103202" y="2401056"/>
                  <a:pt x="1137315" y="2399605"/>
                </a:cubicBezTo>
                <a:cubicBezTo>
                  <a:pt x="1210619" y="2395976"/>
                  <a:pt x="1210619" y="2398153"/>
                  <a:pt x="1210619" y="2470732"/>
                </a:cubicBezTo>
                <a:lnTo>
                  <a:pt x="1137315" y="2543311"/>
                </a:lnTo>
                <a:cubicBezTo>
                  <a:pt x="1118444" y="2544037"/>
                  <a:pt x="1095944" y="2536053"/>
                  <a:pt x="1092315" y="2569440"/>
                </a:cubicBezTo>
                <a:cubicBezTo>
                  <a:pt x="1090864" y="2585407"/>
                  <a:pt x="1069816" y="2578149"/>
                  <a:pt x="1057477" y="2578149"/>
                </a:cubicBezTo>
                <a:lnTo>
                  <a:pt x="557408" y="2578875"/>
                </a:lnTo>
                <a:cubicBezTo>
                  <a:pt x="560311" y="2604278"/>
                  <a:pt x="579907" y="2599197"/>
                  <a:pt x="595875" y="2599197"/>
                </a:cubicBezTo>
                <a:lnTo>
                  <a:pt x="1048042" y="2599922"/>
                </a:lnTo>
                <a:cubicBezTo>
                  <a:pt x="1061106" y="2599922"/>
                  <a:pt x="1077074" y="2592665"/>
                  <a:pt x="1087235" y="2608632"/>
                </a:cubicBezTo>
                <a:cubicBezTo>
                  <a:pt x="1101025" y="2628954"/>
                  <a:pt x="1089412" y="2652905"/>
                  <a:pt x="1095218" y="2673954"/>
                </a:cubicBezTo>
                <a:cubicBezTo>
                  <a:pt x="1132234" y="2665244"/>
                  <a:pt x="1168523" y="2656534"/>
                  <a:pt x="1204087" y="2679034"/>
                </a:cubicBezTo>
                <a:cubicBezTo>
                  <a:pt x="1213523" y="2689195"/>
                  <a:pt x="1209894" y="2702260"/>
                  <a:pt x="1209894" y="2713872"/>
                </a:cubicBezTo>
                <a:cubicBezTo>
                  <a:pt x="1209894" y="2761048"/>
                  <a:pt x="1211345" y="2808224"/>
                  <a:pt x="1209167" y="2855401"/>
                </a:cubicBezTo>
                <a:cubicBezTo>
                  <a:pt x="1208442" y="2876449"/>
                  <a:pt x="1214974" y="2882981"/>
                  <a:pt x="1235296" y="2882255"/>
                </a:cubicBezTo>
                <a:cubicBezTo>
                  <a:pt x="1282473" y="2880804"/>
                  <a:pt x="1329649" y="2883707"/>
                  <a:pt x="1376825" y="2880804"/>
                </a:cubicBezTo>
                <a:cubicBezTo>
                  <a:pt x="1413115" y="2877900"/>
                  <a:pt x="1426179" y="2888061"/>
                  <a:pt x="1423276" y="2925802"/>
                </a:cubicBezTo>
                <a:cubicBezTo>
                  <a:pt x="1421824" y="2952657"/>
                  <a:pt x="1406583" y="2988220"/>
                  <a:pt x="1448678" y="3003462"/>
                </a:cubicBezTo>
                <a:cubicBezTo>
                  <a:pt x="1451582" y="3004188"/>
                  <a:pt x="1450856" y="3016526"/>
                  <a:pt x="1450856" y="3023784"/>
                </a:cubicBezTo>
                <a:lnTo>
                  <a:pt x="1450856" y="3300883"/>
                </a:lnTo>
                <a:lnTo>
                  <a:pt x="1490048" y="3300883"/>
                </a:lnTo>
                <a:lnTo>
                  <a:pt x="1490048" y="3027414"/>
                </a:lnTo>
                <a:cubicBezTo>
                  <a:pt x="1490048" y="3015075"/>
                  <a:pt x="1484242" y="3000559"/>
                  <a:pt x="1496580" y="2990398"/>
                </a:cubicBezTo>
                <a:lnTo>
                  <a:pt x="1495855" y="2991124"/>
                </a:lnTo>
                <a:cubicBezTo>
                  <a:pt x="1497307" y="2989673"/>
                  <a:pt x="1498032" y="2987495"/>
                  <a:pt x="1500210" y="2986043"/>
                </a:cubicBezTo>
                <a:cubicBezTo>
                  <a:pt x="1516903" y="2976608"/>
                  <a:pt x="1543031" y="2995478"/>
                  <a:pt x="1551741" y="2972979"/>
                </a:cubicBezTo>
                <a:cubicBezTo>
                  <a:pt x="1558273" y="2956286"/>
                  <a:pt x="1553918" y="2935238"/>
                  <a:pt x="1553918" y="2915641"/>
                </a:cubicBezTo>
                <a:cubicBezTo>
                  <a:pt x="1553918" y="2868465"/>
                  <a:pt x="1553918" y="2866288"/>
                  <a:pt x="1601821" y="2869191"/>
                </a:cubicBezTo>
                <a:cubicBezTo>
                  <a:pt x="1633755" y="2871368"/>
                  <a:pt x="1667867" y="2856853"/>
                  <a:pt x="1698350" y="2879352"/>
                </a:cubicBezTo>
                <a:cubicBezTo>
                  <a:pt x="1710689" y="2933061"/>
                  <a:pt x="1712141" y="2988946"/>
                  <a:pt x="1712866" y="3041929"/>
                </a:cubicBezTo>
                <a:lnTo>
                  <a:pt x="1713637" y="3300883"/>
                </a:lnTo>
                <a:lnTo>
                  <a:pt x="1762496" y="3300883"/>
                </a:lnTo>
                <a:lnTo>
                  <a:pt x="1762220" y="3001284"/>
                </a:lnTo>
                <a:cubicBezTo>
                  <a:pt x="1757865" y="2971528"/>
                  <a:pt x="1781817" y="2985317"/>
                  <a:pt x="1790526" y="2986043"/>
                </a:cubicBezTo>
                <a:cubicBezTo>
                  <a:pt x="1823912" y="2989673"/>
                  <a:pt x="1832622" y="2976608"/>
                  <a:pt x="1831896" y="2943947"/>
                </a:cubicBezTo>
                <a:cubicBezTo>
                  <a:pt x="1830444" y="2859030"/>
                  <a:pt x="1820283" y="2869191"/>
                  <a:pt x="1905926" y="2869917"/>
                </a:cubicBezTo>
                <a:cubicBezTo>
                  <a:pt x="1929877" y="2869917"/>
                  <a:pt x="1956006" y="2859756"/>
                  <a:pt x="1978506" y="2878626"/>
                </a:cubicBezTo>
                <a:cubicBezTo>
                  <a:pt x="1986489" y="2908384"/>
                  <a:pt x="1979957" y="2938867"/>
                  <a:pt x="1982134" y="2968624"/>
                </a:cubicBezTo>
                <a:cubicBezTo>
                  <a:pt x="1982860" y="2978060"/>
                  <a:pt x="1978506" y="2991849"/>
                  <a:pt x="1991570" y="2992576"/>
                </a:cubicBezTo>
                <a:cubicBezTo>
                  <a:pt x="2022053" y="2994752"/>
                  <a:pt x="2016247" y="3016526"/>
                  <a:pt x="2016247" y="3034671"/>
                </a:cubicBezTo>
                <a:lnTo>
                  <a:pt x="2016442" y="3300883"/>
                </a:lnTo>
                <a:lnTo>
                  <a:pt x="2053457" y="3300883"/>
                </a:lnTo>
                <a:lnTo>
                  <a:pt x="2053262" y="3025236"/>
                </a:lnTo>
                <a:cubicBezTo>
                  <a:pt x="2053262" y="2999108"/>
                  <a:pt x="2053988" y="2978785"/>
                  <a:pt x="2088826" y="2983866"/>
                </a:cubicBezTo>
                <a:cubicBezTo>
                  <a:pt x="2100439" y="2985317"/>
                  <a:pt x="2106244" y="2978785"/>
                  <a:pt x="2106244" y="2966447"/>
                </a:cubicBezTo>
                <a:lnTo>
                  <a:pt x="2106244" y="2944673"/>
                </a:lnTo>
                <a:cubicBezTo>
                  <a:pt x="2107696" y="2857578"/>
                  <a:pt x="2095358" y="2868465"/>
                  <a:pt x="2184631" y="2869917"/>
                </a:cubicBezTo>
                <a:cubicBezTo>
                  <a:pt x="2207130" y="2869917"/>
                  <a:pt x="2234710" y="2855401"/>
                  <a:pt x="2254307" y="2880078"/>
                </a:cubicBezTo>
                <a:cubicBezTo>
                  <a:pt x="2261563" y="2909835"/>
                  <a:pt x="2257935" y="2940318"/>
                  <a:pt x="2257210" y="2970075"/>
                </a:cubicBezTo>
                <a:cubicBezTo>
                  <a:pt x="2257210" y="2986769"/>
                  <a:pt x="2258661" y="2996205"/>
                  <a:pt x="2277531" y="2993301"/>
                </a:cubicBezTo>
                <a:cubicBezTo>
                  <a:pt x="2312369" y="2987495"/>
                  <a:pt x="2316725" y="3006365"/>
                  <a:pt x="2316725" y="3035397"/>
                </a:cubicBezTo>
                <a:lnTo>
                  <a:pt x="2316725" y="3300883"/>
                </a:lnTo>
                <a:lnTo>
                  <a:pt x="2350697" y="3300883"/>
                </a:lnTo>
                <a:cubicBezTo>
                  <a:pt x="2350743" y="3211904"/>
                  <a:pt x="2350790" y="3122925"/>
                  <a:pt x="2350836" y="3033946"/>
                </a:cubicBezTo>
                <a:cubicBezTo>
                  <a:pt x="2350836" y="3020155"/>
                  <a:pt x="2340675" y="3002011"/>
                  <a:pt x="2360997" y="2992576"/>
                </a:cubicBezTo>
                <a:cubicBezTo>
                  <a:pt x="2371884" y="2996930"/>
                  <a:pt x="2379868" y="2991849"/>
                  <a:pt x="2386399" y="2983866"/>
                </a:cubicBezTo>
                <a:cubicBezTo>
                  <a:pt x="2386399" y="2956286"/>
                  <a:pt x="2389303" y="2928705"/>
                  <a:pt x="2383497" y="2901126"/>
                </a:cubicBezTo>
                <a:cubicBezTo>
                  <a:pt x="2379868" y="2885884"/>
                  <a:pt x="2383497" y="2870642"/>
                  <a:pt x="2403093" y="2869917"/>
                </a:cubicBezTo>
                <a:cubicBezTo>
                  <a:pt x="2443011" y="2869191"/>
                  <a:pt x="2482203" y="2869917"/>
                  <a:pt x="2522123" y="2870642"/>
                </a:cubicBezTo>
                <a:cubicBezTo>
                  <a:pt x="2525026" y="2870642"/>
                  <a:pt x="2527929" y="2877175"/>
                  <a:pt x="2530832" y="2880804"/>
                </a:cubicBezTo>
                <a:cubicBezTo>
                  <a:pt x="2538090" y="2917819"/>
                  <a:pt x="2525026" y="2956286"/>
                  <a:pt x="2537364" y="2992576"/>
                </a:cubicBezTo>
                <a:cubicBezTo>
                  <a:pt x="2567847" y="2975156"/>
                  <a:pt x="2600508" y="2986769"/>
                  <a:pt x="2632443" y="2985317"/>
                </a:cubicBezTo>
                <a:cubicBezTo>
                  <a:pt x="2655668" y="2984592"/>
                  <a:pt x="2663652" y="2978785"/>
                  <a:pt x="2663652" y="2954835"/>
                </a:cubicBezTo>
                <a:cubicBezTo>
                  <a:pt x="2664378" y="2869191"/>
                  <a:pt x="2665104" y="2869191"/>
                  <a:pt x="2752198" y="2869191"/>
                </a:cubicBezTo>
                <a:lnTo>
                  <a:pt x="2798649" y="2869191"/>
                </a:lnTo>
                <a:lnTo>
                  <a:pt x="2798649" y="2879352"/>
                </a:lnTo>
                <a:lnTo>
                  <a:pt x="2681797" y="2879352"/>
                </a:lnTo>
                <a:cubicBezTo>
                  <a:pt x="2691957" y="2880078"/>
                  <a:pt x="2701393" y="2880804"/>
                  <a:pt x="2710828" y="2880804"/>
                </a:cubicBezTo>
                <a:cubicBezTo>
                  <a:pt x="2815342" y="2880804"/>
                  <a:pt x="2815342" y="2880804"/>
                  <a:pt x="2809536" y="2985317"/>
                </a:cubicBezTo>
                <a:cubicBezTo>
                  <a:pt x="2842922" y="2984592"/>
                  <a:pt x="2877034" y="2983140"/>
                  <a:pt x="2910420" y="2984592"/>
                </a:cubicBezTo>
                <a:cubicBezTo>
                  <a:pt x="2932194" y="2985317"/>
                  <a:pt x="2939452" y="2978785"/>
                  <a:pt x="2940177" y="2956286"/>
                </a:cubicBezTo>
                <a:cubicBezTo>
                  <a:pt x="2940541" y="2942859"/>
                  <a:pt x="2938363" y="2929250"/>
                  <a:pt x="2938000" y="2915733"/>
                </a:cubicBezTo>
                <a:lnTo>
                  <a:pt x="2946568" y="2876375"/>
                </a:lnTo>
                <a:lnTo>
                  <a:pt x="2945985" y="2876449"/>
                </a:lnTo>
                <a:lnTo>
                  <a:pt x="2946710" y="2875723"/>
                </a:lnTo>
                <a:cubicBezTo>
                  <a:pt x="2946663" y="2875940"/>
                  <a:pt x="2946615" y="2876158"/>
                  <a:pt x="2946568" y="2876375"/>
                </a:cubicBezTo>
                <a:lnTo>
                  <a:pt x="3016658" y="2867467"/>
                </a:lnTo>
                <a:cubicBezTo>
                  <a:pt x="3040155" y="2867376"/>
                  <a:pt x="3063562" y="2870642"/>
                  <a:pt x="3086787" y="2878626"/>
                </a:cubicBezTo>
                <a:cubicBezTo>
                  <a:pt x="3088965" y="2888787"/>
                  <a:pt x="3091868" y="2898223"/>
                  <a:pt x="3094045" y="2908384"/>
                </a:cubicBezTo>
                <a:cubicBezTo>
                  <a:pt x="3093319" y="2984592"/>
                  <a:pt x="3093319" y="2984592"/>
                  <a:pt x="3169527" y="2984592"/>
                </a:cubicBezTo>
                <a:cubicBezTo>
                  <a:pt x="3215978" y="2984592"/>
                  <a:pt x="3215978" y="2984592"/>
                  <a:pt x="3215978" y="2938141"/>
                </a:cubicBezTo>
                <a:cubicBezTo>
                  <a:pt x="3215978" y="2861207"/>
                  <a:pt x="3207995" y="2869191"/>
                  <a:pt x="3282751" y="2869191"/>
                </a:cubicBezTo>
                <a:cubicBezTo>
                  <a:pt x="3340088" y="2869191"/>
                  <a:pt x="3396700" y="2867014"/>
                  <a:pt x="3453311" y="2869917"/>
                </a:cubicBezTo>
                <a:cubicBezTo>
                  <a:pt x="3487424" y="2872094"/>
                  <a:pt x="3499762" y="2863385"/>
                  <a:pt x="3498311" y="2827095"/>
                </a:cubicBezTo>
                <a:cubicBezTo>
                  <a:pt x="3496133" y="2740001"/>
                  <a:pt x="3499762" y="2652905"/>
                  <a:pt x="3496859" y="2565810"/>
                </a:cubicBezTo>
                <a:cubicBezTo>
                  <a:pt x="3496133" y="2527343"/>
                  <a:pt x="3509198" y="2515731"/>
                  <a:pt x="3544761" y="2520086"/>
                </a:cubicBezTo>
                <a:cubicBezTo>
                  <a:pt x="3560003" y="2521537"/>
                  <a:pt x="3575970" y="2520086"/>
                  <a:pt x="3591938" y="2520086"/>
                </a:cubicBezTo>
                <a:cubicBezTo>
                  <a:pt x="3602098" y="2520086"/>
                  <a:pt x="3614437" y="2520086"/>
                  <a:pt x="3613711" y="2507022"/>
                </a:cubicBezTo>
                <a:cubicBezTo>
                  <a:pt x="3612259" y="2480894"/>
                  <a:pt x="3628228" y="2481619"/>
                  <a:pt x="3646372" y="2481619"/>
                </a:cubicBezTo>
                <a:lnTo>
                  <a:pt x="4048460" y="2481619"/>
                </a:lnTo>
                <a:cubicBezTo>
                  <a:pt x="4058621" y="2481619"/>
                  <a:pt x="4070959" y="2477990"/>
                  <a:pt x="4078217" y="2489602"/>
                </a:cubicBezTo>
                <a:cubicBezTo>
                  <a:pt x="4073137" y="2512828"/>
                  <a:pt x="4069508" y="2535328"/>
                  <a:pt x="4063702" y="2557827"/>
                </a:cubicBezTo>
                <a:cubicBezTo>
                  <a:pt x="4004913" y="2773386"/>
                  <a:pt x="3900399" y="2963543"/>
                  <a:pt x="3740724" y="3121765"/>
                </a:cubicBezTo>
                <a:cubicBezTo>
                  <a:pt x="3687016" y="3174023"/>
                  <a:pt x="3628228" y="3220474"/>
                  <a:pt x="3566535" y="3262569"/>
                </a:cubicBezTo>
                <a:cubicBezTo>
                  <a:pt x="3553833" y="3271279"/>
                  <a:pt x="3547664" y="3278900"/>
                  <a:pt x="3548027" y="3286067"/>
                </a:cubicBezTo>
                <a:lnTo>
                  <a:pt x="3562779" y="3300883"/>
                </a:lnTo>
                <a:lnTo>
                  <a:pt x="4927481" y="3300883"/>
                </a:lnTo>
                <a:lnTo>
                  <a:pt x="6796755" y="3296863"/>
                </a:lnTo>
                <a:lnTo>
                  <a:pt x="9075283" y="3297407"/>
                </a:lnTo>
                <a:lnTo>
                  <a:pt x="9637770" y="3298133"/>
                </a:lnTo>
                <a:cubicBezTo>
                  <a:pt x="9682769" y="3298133"/>
                  <a:pt x="9720511" y="3286521"/>
                  <a:pt x="9759703" y="3262569"/>
                </a:cubicBezTo>
                <a:lnTo>
                  <a:pt x="11394183" y="2251543"/>
                </a:lnTo>
                <a:cubicBezTo>
                  <a:pt x="11128544" y="2077595"/>
                  <a:pt x="10057882" y="1428861"/>
                  <a:pt x="9760429" y="1255034"/>
                </a:cubicBezTo>
                <a:cubicBezTo>
                  <a:pt x="9462976" y="1081207"/>
                  <a:pt x="9666076" y="1208583"/>
                  <a:pt x="9609464" y="1208583"/>
                </a:cubicBezTo>
                <a:lnTo>
                  <a:pt x="6151074" y="1210034"/>
                </a:lnTo>
                <a:lnTo>
                  <a:pt x="3621696" y="1208583"/>
                </a:lnTo>
                <a:cubicBezTo>
                  <a:pt x="3598470" y="1208583"/>
                  <a:pt x="3575970" y="1210034"/>
                  <a:pt x="3552745" y="1211486"/>
                </a:cubicBezTo>
                <a:cubicBezTo>
                  <a:pt x="3542583" y="1212212"/>
                  <a:pt x="3529519" y="1211486"/>
                  <a:pt x="3526616" y="1225276"/>
                </a:cubicBezTo>
                <a:cubicBezTo>
                  <a:pt x="3524439" y="1237614"/>
                  <a:pt x="3533149" y="1245598"/>
                  <a:pt x="3541858" y="1252131"/>
                </a:cubicBezTo>
                <a:cubicBezTo>
                  <a:pt x="3554922" y="1261566"/>
                  <a:pt x="3567987" y="1270275"/>
                  <a:pt x="3581050" y="1278984"/>
                </a:cubicBezTo>
                <a:cubicBezTo>
                  <a:pt x="3872819" y="1482205"/>
                  <a:pt x="4041928" y="1760909"/>
                  <a:pt x="4092007" y="2112917"/>
                </a:cubicBezTo>
                <a:cubicBezTo>
                  <a:pt x="4094910" y="2132514"/>
                  <a:pt x="4094910" y="2144852"/>
                  <a:pt x="4068782" y="2144852"/>
                </a:cubicBezTo>
                <a:lnTo>
                  <a:pt x="3644195" y="2144127"/>
                </a:lnTo>
                <a:cubicBezTo>
                  <a:pt x="3636211" y="2144127"/>
                  <a:pt x="3623872" y="2147030"/>
                  <a:pt x="3623147" y="2136142"/>
                </a:cubicBezTo>
                <a:cubicBezTo>
                  <a:pt x="3621696" y="2108563"/>
                  <a:pt x="3602825" y="2120902"/>
                  <a:pt x="3589760" y="2117998"/>
                </a:cubicBezTo>
                <a:cubicBezTo>
                  <a:pt x="3561454" y="2112192"/>
                  <a:pt x="3529519" y="2132514"/>
                  <a:pt x="3504842" y="2105660"/>
                </a:cubicBezTo>
                <a:cubicBezTo>
                  <a:pt x="3502666" y="2100579"/>
                  <a:pt x="3499037" y="2094772"/>
                  <a:pt x="3499037" y="2089693"/>
                </a:cubicBezTo>
                <a:cubicBezTo>
                  <a:pt x="3498311" y="1981550"/>
                  <a:pt x="3498311" y="1874133"/>
                  <a:pt x="3499037" y="1765989"/>
                </a:cubicBezTo>
                <a:cubicBezTo>
                  <a:pt x="3499037" y="1760909"/>
                  <a:pt x="3502666" y="1755103"/>
                  <a:pt x="3504842" y="1750022"/>
                </a:cubicBezTo>
                <a:cubicBezTo>
                  <a:pt x="3503391" y="1741313"/>
                  <a:pt x="3496859" y="1744216"/>
                  <a:pt x="3491053" y="1744216"/>
                </a:cubicBezTo>
                <a:lnTo>
                  <a:pt x="3248639" y="1744942"/>
                </a:lnTo>
                <a:cubicBezTo>
                  <a:pt x="3186947" y="1744942"/>
                  <a:pt x="3188398" y="1744942"/>
                  <a:pt x="3186220" y="1683975"/>
                </a:cubicBezTo>
                <a:cubicBezTo>
                  <a:pt x="3185495" y="1662201"/>
                  <a:pt x="3199285" y="1635348"/>
                  <a:pt x="3172431" y="1617928"/>
                </a:cubicBezTo>
                <a:cubicBezTo>
                  <a:pt x="3162995" y="1610670"/>
                  <a:pt x="3165898" y="1600510"/>
                  <a:pt x="3165898" y="1591074"/>
                </a:cubicBezTo>
                <a:lnTo>
                  <a:pt x="3165898" y="1007539"/>
                </a:lnTo>
                <a:lnTo>
                  <a:pt x="3172375" y="980915"/>
                </a:lnTo>
                <a:lnTo>
                  <a:pt x="3171705" y="981410"/>
                </a:lnTo>
                <a:lnTo>
                  <a:pt x="3172431" y="980685"/>
                </a:lnTo>
                <a:cubicBezTo>
                  <a:pt x="3172412" y="980762"/>
                  <a:pt x="3172394" y="980838"/>
                  <a:pt x="3172375" y="980915"/>
                </a:cubicBezTo>
                <a:lnTo>
                  <a:pt x="3184225" y="972157"/>
                </a:lnTo>
                <a:cubicBezTo>
                  <a:pt x="3189305" y="971612"/>
                  <a:pt x="3194930" y="972701"/>
                  <a:pt x="3200011" y="972701"/>
                </a:cubicBezTo>
                <a:lnTo>
                  <a:pt x="3781369" y="972701"/>
                </a:lnTo>
                <a:cubicBezTo>
                  <a:pt x="3791530" y="972701"/>
                  <a:pt x="3803868" y="967621"/>
                  <a:pt x="3809675" y="981410"/>
                </a:cubicBezTo>
                <a:lnTo>
                  <a:pt x="3808949" y="980685"/>
                </a:lnTo>
                <a:cubicBezTo>
                  <a:pt x="3810400" y="982136"/>
                  <a:pt x="3811852" y="982862"/>
                  <a:pt x="3813303" y="984314"/>
                </a:cubicBezTo>
                <a:lnTo>
                  <a:pt x="3811127" y="986491"/>
                </a:lnTo>
                <a:cubicBezTo>
                  <a:pt x="3816207" y="998103"/>
                  <a:pt x="3819837" y="1010442"/>
                  <a:pt x="3831448" y="1017700"/>
                </a:cubicBezTo>
                <a:cubicBezTo>
                  <a:pt x="3858303" y="1019152"/>
                  <a:pt x="3885157" y="1022055"/>
                  <a:pt x="3912011" y="1017700"/>
                </a:cubicBezTo>
                <a:cubicBezTo>
                  <a:pt x="3911285" y="1012620"/>
                  <a:pt x="3913463" y="1009716"/>
                  <a:pt x="3919269" y="1010442"/>
                </a:cubicBezTo>
                <a:cubicBezTo>
                  <a:pt x="3918544" y="1004635"/>
                  <a:pt x="3920720" y="1001732"/>
                  <a:pt x="3926527" y="1002459"/>
                </a:cubicBezTo>
                <a:cubicBezTo>
                  <a:pt x="3927254" y="979959"/>
                  <a:pt x="3927979" y="957459"/>
                  <a:pt x="3928705" y="934960"/>
                </a:cubicBezTo>
                <a:cubicBezTo>
                  <a:pt x="3905479" y="905203"/>
                  <a:pt x="3864835" y="897945"/>
                  <a:pt x="3838706" y="922621"/>
                </a:cubicBezTo>
                <a:cubicBezTo>
                  <a:pt x="3823465" y="936412"/>
                  <a:pt x="3808949" y="939315"/>
                  <a:pt x="3790078" y="939315"/>
                </a:cubicBezTo>
                <a:lnTo>
                  <a:pt x="3191301" y="939315"/>
                </a:lnTo>
                <a:cubicBezTo>
                  <a:pt x="3141947" y="939315"/>
                  <a:pt x="3141947" y="939315"/>
                  <a:pt x="3141947" y="987217"/>
                </a:cubicBezTo>
                <a:lnTo>
                  <a:pt x="3141947" y="1596881"/>
                </a:lnTo>
                <a:cubicBezTo>
                  <a:pt x="3141947" y="1615026"/>
                  <a:pt x="3143399" y="1628815"/>
                  <a:pt x="3117271" y="1630267"/>
                </a:cubicBezTo>
                <a:cubicBezTo>
                  <a:pt x="3048321" y="1633896"/>
                  <a:pt x="3048321" y="1635348"/>
                  <a:pt x="3049046" y="1702846"/>
                </a:cubicBezTo>
                <a:cubicBezTo>
                  <a:pt x="3049046" y="1710104"/>
                  <a:pt x="3048321" y="1717362"/>
                  <a:pt x="3049773" y="1724619"/>
                </a:cubicBezTo>
                <a:cubicBezTo>
                  <a:pt x="3052675" y="1741313"/>
                  <a:pt x="3045418" y="1746393"/>
                  <a:pt x="3030176" y="1746393"/>
                </a:cubicBezTo>
                <a:lnTo>
                  <a:pt x="2968483" y="1746393"/>
                </a:lnTo>
                <a:cubicBezTo>
                  <a:pt x="2900985" y="1745668"/>
                  <a:pt x="2911147" y="1755829"/>
                  <a:pt x="2909695" y="1689782"/>
                </a:cubicBezTo>
                <a:cubicBezTo>
                  <a:pt x="2909695" y="1660025"/>
                  <a:pt x="2919855" y="1625187"/>
                  <a:pt x="2874131" y="1617928"/>
                </a:cubicBezTo>
                <a:cubicBezTo>
                  <a:pt x="2862518" y="1607767"/>
                  <a:pt x="2867598" y="1594703"/>
                  <a:pt x="2863970" y="1584542"/>
                </a:cubicBezTo>
                <a:lnTo>
                  <a:pt x="2863970" y="535775"/>
                </a:lnTo>
                <a:cubicBezTo>
                  <a:pt x="2863970" y="524162"/>
                  <a:pt x="2858163" y="511098"/>
                  <a:pt x="2871228" y="502389"/>
                </a:cubicBezTo>
                <a:lnTo>
                  <a:pt x="2870501" y="503114"/>
                </a:lnTo>
                <a:cubicBezTo>
                  <a:pt x="2879211" y="487147"/>
                  <a:pt x="2893727" y="494405"/>
                  <a:pt x="2906066" y="494405"/>
                </a:cubicBezTo>
                <a:lnTo>
                  <a:pt x="3344443" y="495131"/>
                </a:lnTo>
                <a:cubicBezTo>
                  <a:pt x="3372023" y="495131"/>
                  <a:pt x="3379281" y="487147"/>
                  <a:pt x="3378556" y="460293"/>
                </a:cubicBezTo>
                <a:cubicBezTo>
                  <a:pt x="3377104" y="375375"/>
                  <a:pt x="3377829" y="291183"/>
                  <a:pt x="3378556" y="206266"/>
                </a:cubicBezTo>
                <a:cubicBezTo>
                  <a:pt x="3378556" y="195379"/>
                  <a:pt x="3370572" y="177961"/>
                  <a:pt x="3393071" y="176509"/>
                </a:cubicBezTo>
                <a:cubicBezTo>
                  <a:pt x="3393071" y="162719"/>
                  <a:pt x="3401054" y="155461"/>
                  <a:pt x="3414845" y="154735"/>
                </a:cubicBezTo>
                <a:cubicBezTo>
                  <a:pt x="3415570" y="133687"/>
                  <a:pt x="3416296" y="113365"/>
                  <a:pt x="3417022" y="92317"/>
                </a:cubicBezTo>
                <a:cubicBezTo>
                  <a:pt x="3403232" y="63285"/>
                  <a:pt x="3374926" y="58931"/>
                  <a:pt x="3349523" y="62560"/>
                </a:cubicBezTo>
                <a:cubicBezTo>
                  <a:pt x="3325573" y="65463"/>
                  <a:pt x="3306702" y="85059"/>
                  <a:pt x="3300169" y="109736"/>
                </a:cubicBezTo>
                <a:cubicBezTo>
                  <a:pt x="3292186" y="140945"/>
                  <a:pt x="3305977" y="166348"/>
                  <a:pt x="3330653" y="180863"/>
                </a:cubicBezTo>
                <a:cubicBezTo>
                  <a:pt x="3350250" y="192476"/>
                  <a:pt x="3352427" y="205540"/>
                  <a:pt x="3352427" y="224411"/>
                </a:cubicBezTo>
                <a:cubicBezTo>
                  <a:pt x="3352427" y="295539"/>
                  <a:pt x="3350975" y="367392"/>
                  <a:pt x="3353153" y="438519"/>
                </a:cubicBezTo>
                <a:cubicBezTo>
                  <a:pt x="3353879" y="465374"/>
                  <a:pt x="3346620" y="472632"/>
                  <a:pt x="3319041" y="472632"/>
                </a:cubicBezTo>
                <a:lnTo>
                  <a:pt x="2869050" y="471179"/>
                </a:lnTo>
                <a:cubicBezTo>
                  <a:pt x="2836390" y="470454"/>
                  <a:pt x="2825503" y="479164"/>
                  <a:pt x="2825503" y="513276"/>
                </a:cubicBezTo>
                <a:cubicBezTo>
                  <a:pt x="2826955" y="876171"/>
                  <a:pt x="2826229" y="1239066"/>
                  <a:pt x="2826955" y="1601961"/>
                </a:cubicBezTo>
                <a:cubicBezTo>
                  <a:pt x="2826955" y="1623735"/>
                  <a:pt x="2823325" y="1634622"/>
                  <a:pt x="2800100" y="1631719"/>
                </a:cubicBezTo>
                <a:cubicBezTo>
                  <a:pt x="2776875" y="1628090"/>
                  <a:pt x="2765989" y="1636799"/>
                  <a:pt x="2768891" y="1661476"/>
                </a:cubicBezTo>
                <a:cubicBezTo>
                  <a:pt x="2769618" y="1670185"/>
                  <a:pt x="2768891" y="1678169"/>
                  <a:pt x="2768891" y="1686878"/>
                </a:cubicBezTo>
                <a:cubicBezTo>
                  <a:pt x="2768891" y="1747845"/>
                  <a:pt x="2768891" y="1747845"/>
                  <a:pt x="2708650" y="1747845"/>
                </a:cubicBezTo>
                <a:cubicBezTo>
                  <a:pt x="2626636" y="1747845"/>
                  <a:pt x="2625910" y="1747845"/>
                  <a:pt x="2626636" y="1667282"/>
                </a:cubicBezTo>
                <a:cubicBezTo>
                  <a:pt x="2626636" y="1644057"/>
                  <a:pt x="2628088" y="1623009"/>
                  <a:pt x="2593976" y="1631719"/>
                </a:cubicBezTo>
                <a:cubicBezTo>
                  <a:pt x="2583815" y="1633896"/>
                  <a:pt x="2574380" y="1630993"/>
                  <a:pt x="2570751" y="1619380"/>
                </a:cubicBezTo>
                <a:cubicBezTo>
                  <a:pt x="2562041" y="1607767"/>
                  <a:pt x="2566396" y="1593978"/>
                  <a:pt x="2566396" y="1580914"/>
                </a:cubicBezTo>
                <a:lnTo>
                  <a:pt x="2566396" y="137317"/>
                </a:lnTo>
                <a:cubicBezTo>
                  <a:pt x="2566396" y="126429"/>
                  <a:pt x="2559863" y="113365"/>
                  <a:pt x="2573653" y="104655"/>
                </a:cubicBezTo>
                <a:lnTo>
                  <a:pt x="2573653" y="105382"/>
                </a:lnTo>
                <a:cubicBezTo>
                  <a:pt x="2572929" y="99575"/>
                  <a:pt x="2575105" y="96672"/>
                  <a:pt x="2580912" y="97398"/>
                </a:cubicBezTo>
                <a:cubicBezTo>
                  <a:pt x="2576557" y="77802"/>
                  <a:pt x="2592525" y="60382"/>
                  <a:pt x="2588896" y="40786"/>
                </a:cubicBezTo>
                <a:cubicBezTo>
                  <a:pt x="2582364" y="8126"/>
                  <a:pt x="2556235" y="-1310"/>
                  <a:pt x="2529381" y="142"/>
                </a:cubicBezTo>
                <a:close/>
              </a:path>
            </a:pathLst>
          </a:custGeom>
          <a:solidFill>
            <a:srgbClr val="1EA6C9">
              <a:alpha val="70000"/>
            </a:srgbClr>
          </a:solidFill>
          <a:ln w="77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BD1E55-8524-4CDD-BDEF-CA04BFA8855D}"/>
              </a:ext>
            </a:extLst>
          </p:cNvPr>
          <p:cNvSpPr txBox="1"/>
          <p:nvPr/>
        </p:nvSpPr>
        <p:spPr>
          <a:xfrm>
            <a:off x="2419555" y="5363722"/>
            <a:ext cx="549674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Pentru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 a-mi fi </a:t>
            </a:r>
            <a:r>
              <a:rPr lang="en-US" altLang="ko-KR" sz="2400" dirty="0" err="1">
                <a:solidFill>
                  <a:schemeClr val="bg1"/>
                </a:solidFill>
                <a:cs typeface="Arial" pitchFamily="34" charset="0"/>
              </a:rPr>
              <a:t>mai</a:t>
            </a:r>
            <a:r>
              <a:rPr lang="ro-RO" altLang="ko-KR" sz="2400" dirty="0">
                <a:solidFill>
                  <a:schemeClr val="bg1"/>
                </a:solidFill>
                <a:cs typeface="Arial" pitchFamily="34" charset="0"/>
              </a:rPr>
              <a:t> ușor să-mi urmăresc progresul, am decis să îmi creez și 3 repository-uri pe Github!</a:t>
            </a:r>
            <a:endParaRPr lang="ko-KR" altLang="en-US" sz="24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4158C0-2A18-0126-1475-D0391AE7A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1"/>
            <a:ext cx="6849428" cy="24067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C00CCA-FB2F-371A-8F90-4EB7320C5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034" y="2406771"/>
            <a:ext cx="6258966" cy="24067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72881F-465A-E347-CC62-885C58F04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57571"/>
            <a:ext cx="5891842" cy="22714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048C54-58F9-EAD2-3F0C-C942EC89AC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3034" y="88713"/>
            <a:ext cx="5891843" cy="222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29806"/>
      </p:ext>
    </p:extLst>
  </p:cSld>
  <p:clrMapOvr>
    <a:masterClrMapping/>
  </p:clrMapOvr>
  <p:transition spd="slow">
    <p:wheel spokes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490FF8-ABB8-B4C9-5428-9E3932602660}"/>
              </a:ext>
            </a:extLst>
          </p:cNvPr>
          <p:cNvSpPr txBox="1"/>
          <p:nvPr/>
        </p:nvSpPr>
        <p:spPr>
          <a:xfrm>
            <a:off x="0" y="10599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o-RO" sz="1600" b="1" u="sng" dirty="0">
                <a:latin typeface="+mj-lt"/>
              </a:rPr>
              <a:t>PREZENTARE GENERALĂ A CODULUI</a:t>
            </a:r>
            <a:r>
              <a:rPr lang="en-GB" sz="1600" b="1" u="sng" dirty="0">
                <a:latin typeface="+mj-lt"/>
              </a:rPr>
              <a:t>:</a:t>
            </a:r>
            <a:endParaRPr lang="ro-RO" sz="1600" b="1" u="sng" dirty="0">
              <a:latin typeface="+mj-lt"/>
            </a:endParaRPr>
          </a:p>
          <a:p>
            <a:pPr>
              <a:buNone/>
            </a:pPr>
            <a:r>
              <a:rPr lang="en-GB" sz="1600" dirty="0" err="1">
                <a:latin typeface="+mj-lt"/>
              </a:rPr>
              <a:t>Codul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este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conceput</a:t>
            </a:r>
            <a:r>
              <a:rPr lang="en-GB" sz="1600" dirty="0">
                <a:latin typeface="+mj-lt"/>
              </a:rPr>
              <a:t> pe o </a:t>
            </a:r>
            <a:r>
              <a:rPr lang="en-GB" sz="1600" b="1" dirty="0" err="1">
                <a:latin typeface="+mj-lt"/>
              </a:rPr>
              <a:t>arhitectură</a:t>
            </a:r>
            <a:r>
              <a:rPr lang="en-GB" sz="1600" b="1" dirty="0">
                <a:latin typeface="+mj-lt"/>
              </a:rPr>
              <a:t> </a:t>
            </a:r>
            <a:r>
              <a:rPr lang="en-GB" sz="1600" b="1" dirty="0" err="1">
                <a:latin typeface="+mj-lt"/>
              </a:rPr>
              <a:t>procedurală</a:t>
            </a:r>
            <a:r>
              <a:rPr lang="en-GB" sz="1600" dirty="0">
                <a:latin typeface="+mj-lt"/>
              </a:rPr>
              <a:t>, </a:t>
            </a:r>
            <a:r>
              <a:rPr lang="en-GB" sz="1600" dirty="0" err="1">
                <a:latin typeface="+mj-lt"/>
              </a:rPr>
              <a:t>modulară</a:t>
            </a:r>
            <a:r>
              <a:rPr lang="en-GB" sz="1600" dirty="0">
                <a:latin typeface="+mj-lt"/>
              </a:rPr>
              <a:t>, </a:t>
            </a:r>
            <a:r>
              <a:rPr lang="en-GB" sz="1600" dirty="0" err="1">
                <a:latin typeface="+mj-lt"/>
              </a:rPr>
              <a:t>bazată</a:t>
            </a:r>
            <a:r>
              <a:rPr lang="en-GB" sz="1600" dirty="0">
                <a:latin typeface="+mj-lt"/>
              </a:rPr>
              <a:t> pe o </a:t>
            </a:r>
            <a:r>
              <a:rPr lang="en-GB" sz="1600" dirty="0" err="1">
                <a:latin typeface="+mj-lt"/>
              </a:rPr>
              <a:t>buclă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principală</a:t>
            </a:r>
            <a:r>
              <a:rPr lang="en-GB" sz="1600" dirty="0">
                <a:latin typeface="+mj-lt"/>
              </a:rPr>
              <a:t> de </a:t>
            </a:r>
            <a:r>
              <a:rPr lang="en-GB" sz="1600" dirty="0" err="1">
                <a:latin typeface="+mj-lt"/>
              </a:rPr>
              <a:t>execuție</a:t>
            </a:r>
            <a:r>
              <a:rPr lang="en-GB" sz="1600" dirty="0">
                <a:latin typeface="+mj-lt"/>
              </a:rPr>
              <a:t>. </a:t>
            </a:r>
            <a:r>
              <a:rPr lang="en-GB" sz="1600" dirty="0" err="1">
                <a:latin typeface="+mj-lt"/>
              </a:rPr>
              <a:t>Gestiunea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stării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aplicației</a:t>
            </a:r>
            <a:r>
              <a:rPr lang="en-GB" sz="1600" dirty="0">
                <a:latin typeface="+mj-lt"/>
              </a:rPr>
              <a:t> se </a:t>
            </a:r>
            <a:r>
              <a:rPr lang="en-GB" sz="1600" dirty="0" err="1">
                <a:latin typeface="+mj-lt"/>
              </a:rPr>
              <a:t>realizează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prin</a:t>
            </a:r>
            <a:r>
              <a:rPr lang="en-GB" sz="1600" dirty="0">
                <a:latin typeface="+mj-lt"/>
              </a:rPr>
              <a:t> </a:t>
            </a:r>
            <a:r>
              <a:rPr lang="en-GB" sz="1600" b="1" dirty="0" err="1">
                <a:latin typeface="+mj-lt"/>
              </a:rPr>
              <a:t>variabile</a:t>
            </a:r>
            <a:r>
              <a:rPr lang="en-GB" sz="1600" b="1" dirty="0">
                <a:latin typeface="+mj-lt"/>
              </a:rPr>
              <a:t> </a:t>
            </a:r>
            <a:r>
              <a:rPr lang="en-GB" sz="1600" b="1" dirty="0" err="1">
                <a:latin typeface="+mj-lt"/>
              </a:rPr>
              <a:t>globale</a:t>
            </a:r>
            <a:r>
              <a:rPr lang="en-GB" sz="1600" dirty="0">
                <a:latin typeface="+mj-lt"/>
              </a:rPr>
              <a:t> (</a:t>
            </a:r>
            <a:r>
              <a:rPr lang="en-GB" sz="1600" dirty="0" err="1">
                <a:latin typeface="+mj-lt"/>
              </a:rPr>
              <a:t>text_curent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și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istoric</a:t>
            </a:r>
            <a:r>
              <a:rPr lang="en-GB" sz="1600" dirty="0">
                <a:latin typeface="+mj-lt"/>
              </a:rPr>
              <a:t>). </a:t>
            </a:r>
            <a:r>
              <a:rPr lang="en-GB" sz="1600" dirty="0" err="1">
                <a:latin typeface="+mj-lt"/>
              </a:rPr>
              <a:t>Această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alegere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permite</a:t>
            </a:r>
            <a:r>
              <a:rPr lang="en-GB" sz="1600" dirty="0">
                <a:latin typeface="+mj-lt"/>
              </a:rPr>
              <a:t> ca </a:t>
            </a:r>
            <a:r>
              <a:rPr lang="en-GB" sz="1600" dirty="0" err="1">
                <a:latin typeface="+mj-lt"/>
              </a:rPr>
              <a:t>textul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încărcat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și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jurnalul</a:t>
            </a:r>
            <a:r>
              <a:rPr lang="en-GB" sz="1600" dirty="0">
                <a:latin typeface="+mj-lt"/>
              </a:rPr>
              <a:t> de </a:t>
            </a:r>
            <a:r>
              <a:rPr lang="en-GB" sz="1600" dirty="0" err="1">
                <a:latin typeface="+mj-lt"/>
              </a:rPr>
              <a:t>activitate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să</a:t>
            </a:r>
            <a:r>
              <a:rPr lang="en-GB" sz="1600" dirty="0">
                <a:latin typeface="+mj-lt"/>
              </a:rPr>
              <a:t> fie </a:t>
            </a:r>
            <a:r>
              <a:rPr lang="en-GB" sz="1600" dirty="0" err="1">
                <a:latin typeface="+mj-lt"/>
              </a:rPr>
              <a:t>accesibile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și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modificabile</a:t>
            </a:r>
            <a:r>
              <a:rPr lang="en-GB" sz="1600" dirty="0">
                <a:latin typeface="+mj-lt"/>
              </a:rPr>
              <a:t> din </a:t>
            </a:r>
            <a:r>
              <a:rPr lang="en-GB" sz="1600" dirty="0" err="1">
                <a:latin typeface="+mj-lt"/>
              </a:rPr>
              <a:t>orice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funcție</a:t>
            </a:r>
            <a:r>
              <a:rPr lang="en-GB" sz="1600" dirty="0">
                <a:latin typeface="+mj-lt"/>
              </a:rPr>
              <a:t>, </a:t>
            </a:r>
            <a:r>
              <a:rPr lang="en-GB" sz="1600" dirty="0" err="1">
                <a:latin typeface="+mj-lt"/>
              </a:rPr>
              <a:t>fără</a:t>
            </a:r>
            <a:r>
              <a:rPr lang="en-GB" sz="1600" dirty="0">
                <a:latin typeface="+mj-lt"/>
              </a:rPr>
              <a:t> a fi </a:t>
            </a:r>
            <a:r>
              <a:rPr lang="en-GB" sz="1600" dirty="0" err="1">
                <a:latin typeface="+mj-lt"/>
              </a:rPr>
              <a:t>nevoie</a:t>
            </a:r>
            <a:r>
              <a:rPr lang="en-GB" sz="1600" dirty="0">
                <a:latin typeface="+mj-lt"/>
              </a:rPr>
              <a:t> de </a:t>
            </a:r>
            <a:r>
              <a:rPr lang="en-GB" sz="1600" dirty="0" err="1">
                <a:latin typeface="+mj-lt"/>
              </a:rPr>
              <a:t>transmiterea</a:t>
            </a:r>
            <a:r>
              <a:rPr lang="en-GB" sz="1600" dirty="0">
                <a:latin typeface="+mj-lt"/>
              </a:rPr>
              <a:t> lor </a:t>
            </a:r>
            <a:r>
              <a:rPr lang="en-GB" sz="1600" dirty="0" err="1">
                <a:latin typeface="+mj-lt"/>
              </a:rPr>
              <a:t>repetată</a:t>
            </a:r>
            <a:r>
              <a:rPr lang="en-GB" sz="1600" dirty="0">
                <a:latin typeface="+mj-lt"/>
              </a:rPr>
              <a:t> ca </a:t>
            </a:r>
            <a:r>
              <a:rPr lang="en-GB" sz="1600" dirty="0" err="1">
                <a:latin typeface="+mj-lt"/>
              </a:rPr>
              <a:t>parametri</a:t>
            </a:r>
            <a:r>
              <a:rPr lang="en-GB" sz="1600" dirty="0">
                <a:latin typeface="+mj-lt"/>
              </a:rPr>
              <a:t>. Lista </a:t>
            </a:r>
            <a:r>
              <a:rPr lang="en-GB" sz="1600" dirty="0" err="1">
                <a:latin typeface="+mj-lt"/>
              </a:rPr>
              <a:t>istoric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funcționează</a:t>
            </a:r>
            <a:r>
              <a:rPr lang="en-GB" sz="1600" dirty="0">
                <a:latin typeface="+mj-lt"/>
              </a:rPr>
              <a:t> ca un buffer (</a:t>
            </a:r>
            <a:r>
              <a:rPr lang="en-GB" sz="1600" dirty="0" err="1">
                <a:latin typeface="+mj-lt"/>
              </a:rPr>
              <a:t>zonă</a:t>
            </a:r>
            <a:r>
              <a:rPr lang="en-GB" sz="1600" dirty="0">
                <a:latin typeface="+mj-lt"/>
              </a:rPr>
              <a:t> tampon) </a:t>
            </a:r>
            <a:r>
              <a:rPr lang="en-GB" sz="1600" dirty="0" err="1">
                <a:latin typeface="+mj-lt"/>
              </a:rPr>
              <a:t>în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memorie</a:t>
            </a:r>
            <a:r>
              <a:rPr lang="en-GB" sz="1600" dirty="0">
                <a:latin typeface="+mj-lt"/>
              </a:rPr>
              <a:t>, </a:t>
            </a:r>
            <a:r>
              <a:rPr lang="en-GB" sz="1600" dirty="0" err="1">
                <a:latin typeface="+mj-lt"/>
              </a:rPr>
              <a:t>acumulând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șiruri</a:t>
            </a:r>
            <a:r>
              <a:rPr lang="en-GB" sz="1600" dirty="0">
                <a:latin typeface="+mj-lt"/>
              </a:rPr>
              <a:t> de </a:t>
            </a:r>
            <a:r>
              <a:rPr lang="en-GB" sz="1600" dirty="0" err="1">
                <a:latin typeface="+mj-lt"/>
              </a:rPr>
              <a:t>caractere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formatate</a:t>
            </a:r>
            <a:r>
              <a:rPr lang="en-GB" sz="1600" dirty="0">
                <a:latin typeface="+mj-lt"/>
              </a:rPr>
              <a:t> cu timestamp-</a:t>
            </a:r>
            <a:r>
              <a:rPr lang="en-GB" sz="1600" dirty="0" err="1">
                <a:latin typeface="+mj-lt"/>
              </a:rPr>
              <a:t>uri</a:t>
            </a:r>
            <a:r>
              <a:rPr lang="en-GB" sz="1600" dirty="0">
                <a:latin typeface="+mj-lt"/>
              </a:rPr>
              <a:t> (</a:t>
            </a:r>
            <a:r>
              <a:rPr lang="en-GB" sz="1600" dirty="0" err="1">
                <a:latin typeface="+mj-lt"/>
              </a:rPr>
              <a:t>folosind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librăria</a:t>
            </a:r>
            <a:r>
              <a:rPr lang="en-GB" sz="1600" dirty="0">
                <a:latin typeface="+mj-lt"/>
              </a:rPr>
              <a:t> datetime), care sunt </a:t>
            </a:r>
            <a:r>
              <a:rPr lang="en-GB" sz="1600" dirty="0" err="1">
                <a:latin typeface="+mj-lt"/>
              </a:rPr>
              <a:t>scrise</a:t>
            </a:r>
            <a:r>
              <a:rPr lang="en-GB" sz="1600" dirty="0">
                <a:latin typeface="+mj-lt"/>
              </a:rPr>
              <a:t> pe disc </a:t>
            </a:r>
            <a:r>
              <a:rPr lang="en-GB" sz="1600" dirty="0" err="1">
                <a:latin typeface="+mj-lt"/>
              </a:rPr>
              <a:t>doar</a:t>
            </a:r>
            <a:r>
              <a:rPr lang="en-GB" sz="1600" dirty="0">
                <a:latin typeface="+mj-lt"/>
              </a:rPr>
              <a:t> la </a:t>
            </a:r>
            <a:r>
              <a:rPr lang="en-GB" sz="1600" dirty="0" err="1">
                <a:latin typeface="+mj-lt"/>
              </a:rPr>
              <a:t>comanda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finală</a:t>
            </a:r>
            <a:r>
              <a:rPr lang="en-GB" sz="1600" dirty="0">
                <a:latin typeface="+mj-lt"/>
              </a:rPr>
              <a:t> de </a:t>
            </a:r>
            <a:r>
              <a:rPr lang="en-GB" sz="1600" dirty="0" err="1">
                <a:latin typeface="+mj-lt"/>
              </a:rPr>
              <a:t>salvare</a:t>
            </a:r>
            <a:r>
              <a:rPr lang="en-GB" sz="1600" dirty="0">
                <a:latin typeface="+mj-lt"/>
              </a:rPr>
              <a:t>.</a:t>
            </a:r>
          </a:p>
          <a:p>
            <a:pPr>
              <a:buNone/>
            </a:pPr>
            <a:r>
              <a:rPr lang="en-GB" sz="1600" b="1" dirty="0" err="1">
                <a:latin typeface="+mj-lt"/>
              </a:rPr>
              <a:t>Procesarea</a:t>
            </a:r>
            <a:r>
              <a:rPr lang="en-GB" sz="1600" b="1" dirty="0">
                <a:latin typeface="+mj-lt"/>
              </a:rPr>
              <a:t> </a:t>
            </a:r>
            <a:r>
              <a:rPr lang="en-GB" sz="1600" b="1" dirty="0" err="1">
                <a:latin typeface="+mj-lt"/>
              </a:rPr>
              <a:t>Șirurilor</a:t>
            </a:r>
            <a:r>
              <a:rPr lang="en-GB" sz="1600" b="1" dirty="0">
                <a:latin typeface="+mj-lt"/>
              </a:rPr>
              <a:t> de </a:t>
            </a:r>
            <a:r>
              <a:rPr lang="en-GB" sz="1600" b="1" dirty="0" err="1">
                <a:latin typeface="+mj-lt"/>
              </a:rPr>
              <a:t>Caractere</a:t>
            </a:r>
            <a:r>
              <a:rPr lang="en-GB" sz="1600" b="1" dirty="0">
                <a:latin typeface="+mj-lt"/>
              </a:rPr>
              <a:t> (Low-Level)</a:t>
            </a:r>
          </a:p>
          <a:p>
            <a:pPr>
              <a:buNone/>
            </a:pPr>
            <a:r>
              <a:rPr lang="en-GB" sz="1600" dirty="0">
                <a:latin typeface="+mj-lt"/>
              </a:rPr>
              <a:t>O </a:t>
            </a:r>
            <a:r>
              <a:rPr lang="en-GB" sz="1600" dirty="0" err="1">
                <a:latin typeface="+mj-lt"/>
              </a:rPr>
              <a:t>caracteristică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distinctivă</a:t>
            </a:r>
            <a:r>
              <a:rPr lang="en-GB" sz="1600" dirty="0">
                <a:latin typeface="+mj-lt"/>
              </a:rPr>
              <a:t> a </a:t>
            </a:r>
            <a:r>
              <a:rPr lang="en-GB" sz="1600" dirty="0" err="1">
                <a:latin typeface="+mj-lt"/>
              </a:rPr>
              <a:t>acestui</a:t>
            </a:r>
            <a:r>
              <a:rPr lang="en-GB" sz="1600" dirty="0">
                <a:latin typeface="+mj-lt"/>
              </a:rPr>
              <a:t> cod </a:t>
            </a:r>
            <a:r>
              <a:rPr lang="en-GB" sz="1600" dirty="0" err="1">
                <a:latin typeface="+mj-lt"/>
              </a:rPr>
              <a:t>este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refuzul</a:t>
            </a:r>
            <a:r>
              <a:rPr lang="en-GB" sz="1600" dirty="0">
                <a:latin typeface="+mj-lt"/>
              </a:rPr>
              <a:t> de a </a:t>
            </a:r>
            <a:r>
              <a:rPr lang="en-GB" sz="1600" dirty="0" err="1">
                <a:latin typeface="+mj-lt"/>
              </a:rPr>
              <a:t>utiliza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metode</a:t>
            </a:r>
            <a:r>
              <a:rPr lang="en-GB" sz="1600" dirty="0">
                <a:latin typeface="+mj-lt"/>
              </a:rPr>
              <a:t> "de-a gata" (precum split </a:t>
            </a:r>
            <a:r>
              <a:rPr lang="en-GB" sz="1600" dirty="0" err="1">
                <a:latin typeface="+mj-lt"/>
              </a:rPr>
              <a:t>sau</a:t>
            </a:r>
            <a:r>
              <a:rPr lang="en-GB" sz="1600" dirty="0">
                <a:latin typeface="+mj-lt"/>
              </a:rPr>
              <a:t> Counter din Python) </a:t>
            </a:r>
            <a:r>
              <a:rPr lang="en-GB" sz="1600" dirty="0" err="1">
                <a:latin typeface="+mj-lt"/>
              </a:rPr>
              <a:t>pentru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operațiunile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critice</a:t>
            </a:r>
            <a:r>
              <a:rPr lang="en-GB" sz="1600" dirty="0">
                <a:latin typeface="+mj-lt"/>
              </a:rPr>
              <a:t>. </a:t>
            </a:r>
            <a:r>
              <a:rPr lang="en-GB" sz="1600" dirty="0" err="1">
                <a:latin typeface="+mj-lt"/>
              </a:rPr>
              <a:t>În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schimb</a:t>
            </a:r>
            <a:r>
              <a:rPr lang="en-GB" sz="1600" dirty="0">
                <a:latin typeface="+mj-lt"/>
              </a:rPr>
              <a:t>, </a:t>
            </a:r>
            <a:r>
              <a:rPr lang="en-GB" sz="1600" dirty="0" err="1">
                <a:latin typeface="+mj-lt"/>
              </a:rPr>
              <a:t>autorul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implementează</a:t>
            </a:r>
            <a:r>
              <a:rPr lang="en-GB" sz="1600" dirty="0">
                <a:latin typeface="+mj-lt"/>
              </a:rPr>
              <a:t> </a:t>
            </a:r>
            <a:r>
              <a:rPr lang="en-GB" sz="1600" b="1" dirty="0" err="1">
                <a:latin typeface="+mj-lt"/>
              </a:rPr>
              <a:t>algoritmi</a:t>
            </a:r>
            <a:r>
              <a:rPr lang="en-GB" sz="1600" b="1" dirty="0">
                <a:latin typeface="+mj-lt"/>
              </a:rPr>
              <a:t> </a:t>
            </a:r>
            <a:r>
              <a:rPr lang="en-GB" sz="1600" b="1" dirty="0" err="1">
                <a:latin typeface="+mj-lt"/>
              </a:rPr>
              <a:t>manuali</a:t>
            </a:r>
            <a:r>
              <a:rPr lang="en-GB" sz="1600" dirty="0">
                <a:latin typeface="+mj-lt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GB" sz="1600" b="1" dirty="0" err="1">
                <a:latin typeface="+mj-lt"/>
              </a:rPr>
              <a:t>Separarea</a:t>
            </a:r>
            <a:r>
              <a:rPr lang="en-GB" sz="1600" b="1" dirty="0">
                <a:latin typeface="+mj-lt"/>
              </a:rPr>
              <a:t>: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Funcția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extrage_cuvinte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parcurge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textul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caracter</a:t>
            </a:r>
            <a:r>
              <a:rPr lang="en-GB" sz="1600" dirty="0">
                <a:latin typeface="+mj-lt"/>
              </a:rPr>
              <a:t> cu </a:t>
            </a:r>
            <a:r>
              <a:rPr lang="en-GB" sz="1600" dirty="0" err="1">
                <a:latin typeface="+mj-lt"/>
              </a:rPr>
              <a:t>caracter</a:t>
            </a:r>
            <a:r>
              <a:rPr lang="en-GB" sz="1600" dirty="0">
                <a:latin typeface="+mj-lt"/>
              </a:rPr>
              <a:t> (char by char), </a:t>
            </a:r>
            <a:r>
              <a:rPr lang="en-GB" sz="1600" dirty="0" err="1">
                <a:latin typeface="+mj-lt"/>
              </a:rPr>
              <a:t>folosind</a:t>
            </a:r>
            <a:r>
              <a:rPr lang="en-GB" sz="1600" dirty="0">
                <a:latin typeface="+mj-lt"/>
              </a:rPr>
              <a:t> un index </a:t>
            </a:r>
            <a:r>
              <a:rPr lang="en-GB" sz="1600" dirty="0" err="1">
                <a:latin typeface="+mj-lt"/>
              </a:rPr>
              <a:t>și</a:t>
            </a:r>
            <a:r>
              <a:rPr lang="en-GB" sz="1600" dirty="0">
                <a:latin typeface="+mj-lt"/>
              </a:rPr>
              <a:t> o </a:t>
            </a:r>
            <a:r>
              <a:rPr lang="en-GB" sz="1600" dirty="0" err="1">
                <a:latin typeface="+mj-lt"/>
              </a:rPr>
              <a:t>buclă</a:t>
            </a:r>
            <a:r>
              <a:rPr lang="en-GB" sz="1600" dirty="0">
                <a:latin typeface="+mj-lt"/>
              </a:rPr>
              <a:t> while. </a:t>
            </a:r>
            <a:r>
              <a:rPr lang="en-GB" sz="1600" dirty="0" err="1">
                <a:latin typeface="+mj-lt"/>
              </a:rPr>
              <a:t>Aceasta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filtrează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semnele</a:t>
            </a:r>
            <a:r>
              <a:rPr lang="en-GB" sz="1600" dirty="0">
                <a:latin typeface="+mj-lt"/>
              </a:rPr>
              <a:t> de </a:t>
            </a:r>
            <a:r>
              <a:rPr lang="en-GB" sz="1600" dirty="0" err="1">
                <a:latin typeface="+mj-lt"/>
              </a:rPr>
              <a:t>punctuație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și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construiește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cuvintele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litera</a:t>
            </a:r>
            <a:r>
              <a:rPr lang="en-GB" sz="1600" dirty="0">
                <a:latin typeface="+mj-lt"/>
              </a:rPr>
              <a:t> cu </a:t>
            </a:r>
            <a:r>
              <a:rPr lang="en-GB" sz="1600" dirty="0" err="1">
                <a:latin typeface="+mj-lt"/>
              </a:rPr>
              <a:t>litera</a:t>
            </a:r>
            <a:r>
              <a:rPr lang="en-GB" sz="1600" dirty="0">
                <a:latin typeface="+mj-lt"/>
              </a:rPr>
              <a:t>, </a:t>
            </a:r>
            <a:r>
              <a:rPr lang="en-GB" sz="1600" dirty="0" err="1">
                <a:latin typeface="+mj-lt"/>
              </a:rPr>
              <a:t>demonstrând</a:t>
            </a:r>
            <a:r>
              <a:rPr lang="en-GB" sz="1600" dirty="0">
                <a:latin typeface="+mj-lt"/>
              </a:rPr>
              <a:t> o </a:t>
            </a:r>
            <a:r>
              <a:rPr lang="en-GB" sz="1600" dirty="0" err="1">
                <a:latin typeface="+mj-lt"/>
              </a:rPr>
              <a:t>înțelegere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fundamentală</a:t>
            </a:r>
            <a:r>
              <a:rPr lang="en-GB" sz="1600" dirty="0">
                <a:latin typeface="+mj-lt"/>
              </a:rPr>
              <a:t> a </a:t>
            </a:r>
            <a:r>
              <a:rPr lang="en-GB" sz="1600" dirty="0" err="1">
                <a:latin typeface="+mj-lt"/>
              </a:rPr>
              <a:t>manipulării</a:t>
            </a:r>
            <a:r>
              <a:rPr lang="en-GB" sz="1600" dirty="0">
                <a:latin typeface="+mj-lt"/>
              </a:rPr>
              <a:t> string-</a:t>
            </a:r>
            <a:r>
              <a:rPr lang="en-GB" sz="1600" dirty="0" err="1">
                <a:latin typeface="+mj-lt"/>
              </a:rPr>
              <a:t>urilor</a:t>
            </a:r>
            <a:r>
              <a:rPr lang="en-GB" sz="1600" dirty="0">
                <a:latin typeface="+mj-lt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sz="1600" b="1" dirty="0" err="1">
                <a:latin typeface="+mj-lt"/>
              </a:rPr>
              <a:t>Căutarea</a:t>
            </a:r>
            <a:r>
              <a:rPr lang="en-GB" sz="1600" b="1" dirty="0">
                <a:latin typeface="+mj-lt"/>
              </a:rPr>
              <a:t> </a:t>
            </a:r>
            <a:r>
              <a:rPr lang="en-GB" sz="1600" b="1" dirty="0" err="1">
                <a:latin typeface="+mj-lt"/>
              </a:rPr>
              <a:t>și</a:t>
            </a:r>
            <a:r>
              <a:rPr lang="en-GB" sz="1600" b="1" dirty="0">
                <a:latin typeface="+mj-lt"/>
              </a:rPr>
              <a:t> </a:t>
            </a:r>
            <a:r>
              <a:rPr lang="en-GB" sz="1600" b="1" dirty="0" err="1">
                <a:latin typeface="+mj-lt"/>
              </a:rPr>
              <a:t>Sortarea</a:t>
            </a:r>
            <a:r>
              <a:rPr lang="en-GB" sz="1600" b="1" dirty="0">
                <a:latin typeface="+mj-lt"/>
              </a:rPr>
              <a:t>: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Pentru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statistica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frecvenței</a:t>
            </a:r>
            <a:r>
              <a:rPr lang="en-GB" sz="1600" dirty="0">
                <a:latin typeface="+mj-lt"/>
              </a:rPr>
              <a:t>, </a:t>
            </a:r>
            <a:r>
              <a:rPr lang="en-GB" sz="1600" dirty="0" err="1">
                <a:latin typeface="+mj-lt"/>
              </a:rPr>
              <a:t>codul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utilizează</a:t>
            </a:r>
            <a:r>
              <a:rPr lang="en-GB" sz="1600" dirty="0">
                <a:latin typeface="+mj-lt"/>
              </a:rPr>
              <a:t> un </a:t>
            </a:r>
            <a:r>
              <a:rPr lang="en-GB" sz="1600" dirty="0" err="1">
                <a:latin typeface="+mj-lt"/>
              </a:rPr>
              <a:t>algoritm</a:t>
            </a:r>
            <a:r>
              <a:rPr lang="en-GB" sz="1600" dirty="0">
                <a:latin typeface="+mj-lt"/>
              </a:rPr>
              <a:t> de </a:t>
            </a:r>
            <a:r>
              <a:rPr lang="en-GB" sz="1600" dirty="0" err="1">
                <a:latin typeface="+mj-lt"/>
              </a:rPr>
              <a:t>sortare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clasic</a:t>
            </a:r>
            <a:r>
              <a:rPr lang="en-GB" sz="1600" dirty="0">
                <a:latin typeface="+mj-lt"/>
              </a:rPr>
              <a:t> – </a:t>
            </a:r>
            <a:r>
              <a:rPr lang="en-GB" sz="1600" b="1" dirty="0">
                <a:latin typeface="+mj-lt"/>
              </a:rPr>
              <a:t>Bubble Sort</a:t>
            </a:r>
            <a:r>
              <a:rPr lang="en-GB" sz="1600" dirty="0">
                <a:latin typeface="+mj-lt"/>
              </a:rPr>
              <a:t> – </a:t>
            </a:r>
            <a:r>
              <a:rPr lang="en-GB" sz="1600" dirty="0" err="1">
                <a:latin typeface="+mj-lt"/>
              </a:rPr>
              <a:t>pentru</a:t>
            </a:r>
            <a:r>
              <a:rPr lang="en-GB" sz="1600" dirty="0">
                <a:latin typeface="+mj-lt"/>
              </a:rPr>
              <a:t> a </a:t>
            </a:r>
            <a:r>
              <a:rPr lang="en-GB" sz="1600" dirty="0" err="1">
                <a:latin typeface="+mj-lt"/>
              </a:rPr>
              <a:t>ordona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descrescător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tuplurile</a:t>
            </a:r>
            <a:r>
              <a:rPr lang="en-GB" sz="1600" dirty="0">
                <a:latin typeface="+mj-lt"/>
              </a:rPr>
              <a:t> (</a:t>
            </a:r>
            <a:r>
              <a:rPr lang="en-GB" sz="1600" dirty="0" err="1">
                <a:latin typeface="+mj-lt"/>
              </a:rPr>
              <a:t>cuvânt</a:t>
            </a:r>
            <a:r>
              <a:rPr lang="en-GB" sz="1600" dirty="0">
                <a:latin typeface="+mj-lt"/>
              </a:rPr>
              <a:t>, </a:t>
            </a:r>
            <a:r>
              <a:rPr lang="en-GB" sz="1600" dirty="0" err="1">
                <a:latin typeface="+mj-lt"/>
              </a:rPr>
              <a:t>apariții</a:t>
            </a:r>
            <a:r>
              <a:rPr lang="en-GB" sz="1600" dirty="0">
                <a:latin typeface="+mj-lt"/>
              </a:rPr>
              <a:t>). De </a:t>
            </a:r>
            <a:r>
              <a:rPr lang="en-GB" sz="1600" dirty="0" err="1">
                <a:latin typeface="+mj-lt"/>
              </a:rPr>
              <a:t>asemenea</a:t>
            </a:r>
            <a:r>
              <a:rPr lang="en-GB" sz="1600" dirty="0">
                <a:latin typeface="+mj-lt"/>
              </a:rPr>
              <a:t>, </a:t>
            </a:r>
            <a:r>
              <a:rPr lang="en-GB" sz="1600" dirty="0" err="1">
                <a:latin typeface="+mj-lt"/>
              </a:rPr>
              <a:t>identificarea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palindroamelor</a:t>
            </a:r>
            <a:r>
              <a:rPr lang="en-GB" sz="1600" dirty="0">
                <a:latin typeface="+mj-lt"/>
              </a:rPr>
              <a:t> se face </a:t>
            </a:r>
            <a:r>
              <a:rPr lang="en-GB" sz="1600" dirty="0" err="1">
                <a:latin typeface="+mj-lt"/>
              </a:rPr>
              <a:t>printr</a:t>
            </a:r>
            <a:r>
              <a:rPr lang="en-GB" sz="1600" dirty="0">
                <a:latin typeface="+mj-lt"/>
              </a:rPr>
              <a:t>-o </a:t>
            </a:r>
            <a:r>
              <a:rPr lang="en-GB" sz="1600" dirty="0" err="1">
                <a:latin typeface="+mj-lt"/>
              </a:rPr>
              <a:t>metodă</a:t>
            </a:r>
            <a:r>
              <a:rPr lang="en-GB" sz="1600" dirty="0">
                <a:latin typeface="+mj-lt"/>
              </a:rPr>
              <a:t> de "</a:t>
            </a:r>
            <a:r>
              <a:rPr lang="en-GB" sz="1600" dirty="0" err="1">
                <a:latin typeface="+mj-lt"/>
              </a:rPr>
              <a:t>doi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pointeri</a:t>
            </a:r>
            <a:r>
              <a:rPr lang="en-GB" sz="1600" dirty="0">
                <a:latin typeface="+mj-lt"/>
              </a:rPr>
              <a:t>" (</a:t>
            </a:r>
            <a:r>
              <a:rPr lang="en-GB" sz="1600" dirty="0" err="1">
                <a:latin typeface="+mj-lt"/>
              </a:rPr>
              <a:t>unul</a:t>
            </a:r>
            <a:r>
              <a:rPr lang="en-GB" sz="1600" dirty="0">
                <a:latin typeface="+mj-lt"/>
              </a:rPr>
              <a:t> la </a:t>
            </a:r>
            <a:r>
              <a:rPr lang="en-GB" sz="1600" dirty="0" err="1">
                <a:latin typeface="+mj-lt"/>
              </a:rPr>
              <a:t>începutul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cuvântului</a:t>
            </a:r>
            <a:r>
              <a:rPr lang="en-GB" sz="1600" dirty="0">
                <a:latin typeface="+mj-lt"/>
              </a:rPr>
              <a:t>, </a:t>
            </a:r>
            <a:r>
              <a:rPr lang="en-GB" sz="1600" dirty="0" err="1">
                <a:latin typeface="+mj-lt"/>
              </a:rPr>
              <a:t>altul</a:t>
            </a:r>
            <a:r>
              <a:rPr lang="en-GB" sz="1600" dirty="0">
                <a:latin typeface="+mj-lt"/>
              </a:rPr>
              <a:t> la </a:t>
            </a:r>
            <a:r>
              <a:rPr lang="en-GB" sz="1600" dirty="0" err="1">
                <a:latin typeface="+mj-lt"/>
              </a:rPr>
              <a:t>sfârșit</a:t>
            </a:r>
            <a:r>
              <a:rPr lang="en-GB" sz="1600" dirty="0">
                <a:latin typeface="+mj-lt"/>
              </a:rPr>
              <a:t>), care se </a:t>
            </a:r>
            <a:r>
              <a:rPr lang="en-GB" sz="1600" dirty="0" err="1">
                <a:latin typeface="+mj-lt"/>
              </a:rPr>
              <a:t>apropie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treptat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spre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centru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pentru</a:t>
            </a:r>
            <a:r>
              <a:rPr lang="en-GB" sz="1600" dirty="0">
                <a:latin typeface="+mj-lt"/>
              </a:rPr>
              <a:t> a </a:t>
            </a:r>
            <a:r>
              <a:rPr lang="en-GB" sz="1600" dirty="0" err="1">
                <a:latin typeface="+mj-lt"/>
              </a:rPr>
              <a:t>verifica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simetria</a:t>
            </a:r>
            <a:r>
              <a:rPr lang="en-GB" sz="1600" dirty="0">
                <a:latin typeface="+mj-lt"/>
              </a:rPr>
              <a:t>.</a:t>
            </a:r>
          </a:p>
          <a:p>
            <a:pPr>
              <a:buNone/>
            </a:pPr>
            <a:r>
              <a:rPr lang="en-GB" sz="1600" b="1" dirty="0" err="1">
                <a:latin typeface="+mj-lt"/>
              </a:rPr>
              <a:t>Matematică</a:t>
            </a:r>
            <a:r>
              <a:rPr lang="en-GB" sz="1600" b="1" dirty="0">
                <a:latin typeface="+mj-lt"/>
              </a:rPr>
              <a:t> </a:t>
            </a:r>
            <a:r>
              <a:rPr lang="en-GB" sz="1600" b="1" dirty="0" err="1">
                <a:latin typeface="+mj-lt"/>
              </a:rPr>
              <a:t>și</a:t>
            </a:r>
            <a:r>
              <a:rPr lang="en-GB" sz="1600" b="1" dirty="0">
                <a:latin typeface="+mj-lt"/>
              </a:rPr>
              <a:t> </a:t>
            </a:r>
            <a:r>
              <a:rPr lang="en-GB" sz="1600" b="1" dirty="0" err="1">
                <a:latin typeface="+mj-lt"/>
              </a:rPr>
              <a:t>Logică</a:t>
            </a:r>
            <a:r>
              <a:rPr lang="en-GB" sz="1600" b="1" dirty="0">
                <a:latin typeface="+mj-lt"/>
              </a:rPr>
              <a:t> ASCII</a:t>
            </a:r>
          </a:p>
          <a:p>
            <a:pPr>
              <a:buNone/>
            </a:pPr>
            <a:r>
              <a:rPr lang="en-GB" sz="1600" dirty="0" err="1">
                <a:latin typeface="+mj-lt"/>
              </a:rPr>
              <a:t>Secțiunea</a:t>
            </a:r>
            <a:r>
              <a:rPr lang="en-GB" sz="1600" dirty="0">
                <a:latin typeface="+mj-lt"/>
              </a:rPr>
              <a:t> de </a:t>
            </a:r>
            <a:r>
              <a:rPr lang="en-GB" sz="1600" dirty="0" err="1">
                <a:latin typeface="+mj-lt"/>
              </a:rPr>
              <a:t>criptare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și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analiză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implică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operații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directe</a:t>
            </a:r>
            <a:r>
              <a:rPr lang="en-GB" sz="1600" dirty="0">
                <a:latin typeface="+mj-lt"/>
              </a:rPr>
              <a:t> pe </a:t>
            </a:r>
            <a:r>
              <a:rPr lang="en-GB" sz="1600" dirty="0" err="1">
                <a:latin typeface="+mj-lt"/>
              </a:rPr>
              <a:t>valorile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numerice</a:t>
            </a:r>
            <a:r>
              <a:rPr lang="en-GB" sz="1600" dirty="0">
                <a:latin typeface="+mj-lt"/>
              </a:rPr>
              <a:t> ale </a:t>
            </a:r>
            <a:r>
              <a:rPr lang="en-GB" sz="1600" dirty="0" err="1">
                <a:latin typeface="+mj-lt"/>
              </a:rPr>
              <a:t>caracterelor</a:t>
            </a:r>
            <a:r>
              <a:rPr lang="en-GB" sz="1600" dirty="0">
                <a:latin typeface="+mj-lt"/>
              </a:rPr>
              <a:t>. </a:t>
            </a:r>
            <a:r>
              <a:rPr lang="en-GB" sz="1600" dirty="0" err="1">
                <a:latin typeface="+mj-lt"/>
              </a:rPr>
              <a:t>Funcția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cripteaza_text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transformă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caracterele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în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coduri</a:t>
            </a:r>
            <a:r>
              <a:rPr lang="en-GB" sz="1600" dirty="0">
                <a:latin typeface="+mj-lt"/>
              </a:rPr>
              <a:t> ASCII </a:t>
            </a:r>
            <a:r>
              <a:rPr lang="en-GB" sz="1600" dirty="0" err="1">
                <a:latin typeface="+mj-lt"/>
              </a:rPr>
              <a:t>folosind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ord</a:t>
            </a:r>
            <a:r>
              <a:rPr lang="en-GB" sz="1600" dirty="0">
                <a:latin typeface="+mj-lt"/>
              </a:rPr>
              <a:t>(), le </a:t>
            </a:r>
            <a:r>
              <a:rPr lang="en-GB" sz="1600" dirty="0" err="1">
                <a:latin typeface="+mj-lt"/>
              </a:rPr>
              <a:t>incrementează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valoarea</a:t>
            </a:r>
            <a:r>
              <a:rPr lang="en-GB" sz="1600" dirty="0">
                <a:latin typeface="+mj-lt"/>
              </a:rPr>
              <a:t> (+1 </a:t>
            </a:r>
            <a:r>
              <a:rPr lang="en-GB" sz="1600" dirty="0" err="1">
                <a:latin typeface="+mj-lt"/>
              </a:rPr>
              <a:t>pentru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Cifrul</a:t>
            </a:r>
            <a:r>
              <a:rPr lang="en-GB" sz="1600" dirty="0">
                <a:latin typeface="+mj-lt"/>
              </a:rPr>
              <a:t> Cezar) </a:t>
            </a:r>
            <a:r>
              <a:rPr lang="en-GB" sz="1600" dirty="0" err="1">
                <a:latin typeface="+mj-lt"/>
              </a:rPr>
              <a:t>și</a:t>
            </a:r>
            <a:r>
              <a:rPr lang="en-GB" sz="1600" dirty="0">
                <a:latin typeface="+mj-lt"/>
              </a:rPr>
              <a:t> le </a:t>
            </a:r>
            <a:r>
              <a:rPr lang="en-GB" sz="1600" dirty="0" err="1">
                <a:latin typeface="+mj-lt"/>
              </a:rPr>
              <a:t>reconvertește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în</a:t>
            </a:r>
            <a:r>
              <a:rPr lang="en-GB" sz="1600" dirty="0">
                <a:latin typeface="+mj-lt"/>
              </a:rPr>
              <a:t> text cu chr(). Analiza </a:t>
            </a:r>
            <a:r>
              <a:rPr lang="en-GB" sz="1600" dirty="0" err="1">
                <a:latin typeface="+mj-lt"/>
              </a:rPr>
              <a:t>statistică</a:t>
            </a:r>
            <a:r>
              <a:rPr lang="en-GB" sz="1600" dirty="0">
                <a:latin typeface="+mj-lt"/>
              </a:rPr>
              <a:t> include </a:t>
            </a:r>
            <a:r>
              <a:rPr lang="en-GB" sz="1600" dirty="0" err="1">
                <a:latin typeface="+mj-lt"/>
              </a:rPr>
              <a:t>calcule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aritmetice</a:t>
            </a:r>
            <a:r>
              <a:rPr lang="en-GB" sz="1600" dirty="0">
                <a:latin typeface="+mj-lt"/>
              </a:rPr>
              <a:t> simple </a:t>
            </a:r>
            <a:r>
              <a:rPr lang="en-GB" sz="1600" dirty="0" err="1">
                <a:latin typeface="+mj-lt"/>
              </a:rPr>
              <a:t>pentru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raportul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vocale</a:t>
            </a:r>
            <a:r>
              <a:rPr lang="en-GB" sz="1600" dirty="0">
                <a:latin typeface="+mj-lt"/>
              </a:rPr>
              <a:t>/</a:t>
            </a:r>
            <a:r>
              <a:rPr lang="en-GB" sz="1600" dirty="0" err="1">
                <a:latin typeface="+mj-lt"/>
              </a:rPr>
              <a:t>consoane</a:t>
            </a:r>
            <a:r>
              <a:rPr lang="en-GB" sz="1600" dirty="0">
                <a:latin typeface="+mj-lt"/>
              </a:rPr>
              <a:t>, </a:t>
            </a:r>
            <a:r>
              <a:rPr lang="en-GB" sz="1600" dirty="0" err="1">
                <a:latin typeface="+mj-lt"/>
              </a:rPr>
              <a:t>având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grijă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să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trateze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cazul</a:t>
            </a:r>
            <a:r>
              <a:rPr lang="en-GB" sz="1600" dirty="0">
                <a:latin typeface="+mj-lt"/>
              </a:rPr>
              <a:t> de </a:t>
            </a:r>
            <a:r>
              <a:rPr lang="en-GB" sz="1600" dirty="0" err="1">
                <a:latin typeface="+mj-lt"/>
              </a:rPr>
              <a:t>excepție</a:t>
            </a:r>
            <a:r>
              <a:rPr lang="en-GB" sz="1600" dirty="0">
                <a:latin typeface="+mj-lt"/>
              </a:rPr>
              <a:t> (</a:t>
            </a:r>
            <a:r>
              <a:rPr lang="en-GB" sz="1600" dirty="0" err="1">
                <a:latin typeface="+mj-lt"/>
              </a:rPr>
              <a:t>împărțirea</a:t>
            </a:r>
            <a:r>
              <a:rPr lang="en-GB" sz="1600" dirty="0">
                <a:latin typeface="+mj-lt"/>
              </a:rPr>
              <a:t> la zero).</a:t>
            </a:r>
          </a:p>
          <a:p>
            <a:pPr>
              <a:buNone/>
            </a:pPr>
            <a:r>
              <a:rPr lang="en-GB" sz="1600" b="1" dirty="0" err="1">
                <a:latin typeface="+mj-lt"/>
              </a:rPr>
              <a:t>Fluxul</a:t>
            </a:r>
            <a:r>
              <a:rPr lang="en-GB" sz="1600" b="1" dirty="0">
                <a:latin typeface="+mj-lt"/>
              </a:rPr>
              <a:t> de </a:t>
            </a:r>
            <a:r>
              <a:rPr lang="en-GB" sz="1600" b="1" dirty="0" err="1">
                <a:latin typeface="+mj-lt"/>
              </a:rPr>
              <a:t>Execuție</a:t>
            </a:r>
            <a:r>
              <a:rPr lang="en-GB" sz="1600" b="1" dirty="0">
                <a:latin typeface="+mj-lt"/>
              </a:rPr>
              <a:t> (Control Flow)</a:t>
            </a:r>
          </a:p>
          <a:p>
            <a:pPr>
              <a:buNone/>
            </a:pPr>
            <a:r>
              <a:rPr lang="en-GB" sz="1600" dirty="0" err="1">
                <a:latin typeface="+mj-lt"/>
              </a:rPr>
              <a:t>Programul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este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controlat</a:t>
            </a:r>
            <a:r>
              <a:rPr lang="en-GB" sz="1600" dirty="0">
                <a:latin typeface="+mj-lt"/>
              </a:rPr>
              <a:t> de </a:t>
            </a:r>
            <a:r>
              <a:rPr lang="en-GB" sz="1600" dirty="0" err="1">
                <a:latin typeface="+mj-lt"/>
              </a:rPr>
              <a:t>funcția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meniu_principal</a:t>
            </a:r>
            <a:r>
              <a:rPr lang="en-GB" sz="1600" dirty="0">
                <a:latin typeface="+mj-lt"/>
              </a:rPr>
              <a:t>, care </a:t>
            </a:r>
            <a:r>
              <a:rPr lang="en-GB" sz="1600" dirty="0" err="1">
                <a:latin typeface="+mj-lt"/>
              </a:rPr>
              <a:t>rulează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într</a:t>
            </a:r>
            <a:r>
              <a:rPr lang="en-GB" sz="1600" dirty="0">
                <a:latin typeface="+mj-lt"/>
              </a:rPr>
              <a:t>-o </a:t>
            </a:r>
            <a:r>
              <a:rPr lang="en-GB" sz="1600" dirty="0" err="1">
                <a:latin typeface="+mj-lt"/>
              </a:rPr>
              <a:t>buclă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infinită</a:t>
            </a:r>
            <a:r>
              <a:rPr lang="en-GB" sz="1600" dirty="0">
                <a:latin typeface="+mj-lt"/>
              </a:rPr>
              <a:t> (while True). </a:t>
            </a:r>
            <a:r>
              <a:rPr lang="en-GB" sz="1600" dirty="0" err="1">
                <a:latin typeface="+mj-lt"/>
              </a:rPr>
              <a:t>Aceasta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acționează</a:t>
            </a:r>
            <a:r>
              <a:rPr lang="en-GB" sz="1600" dirty="0">
                <a:latin typeface="+mj-lt"/>
              </a:rPr>
              <a:t> ca un "router", </a:t>
            </a:r>
            <a:r>
              <a:rPr lang="en-GB" sz="1600" dirty="0" err="1">
                <a:latin typeface="+mj-lt"/>
              </a:rPr>
              <a:t>preluând</a:t>
            </a:r>
            <a:r>
              <a:rPr lang="en-GB" sz="1600" dirty="0">
                <a:latin typeface="+mj-lt"/>
              </a:rPr>
              <a:t> input-ul </a:t>
            </a:r>
            <a:r>
              <a:rPr lang="en-GB" sz="1600" dirty="0" err="1">
                <a:latin typeface="+mj-lt"/>
              </a:rPr>
              <a:t>utilizatorului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și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apelând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funcția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corespunzătoare</a:t>
            </a:r>
            <a:r>
              <a:rPr lang="en-GB" sz="1600" dirty="0">
                <a:latin typeface="+mj-lt"/>
              </a:rPr>
              <a:t>. </a:t>
            </a:r>
            <a:r>
              <a:rPr lang="en-GB" sz="1600" dirty="0" err="1">
                <a:latin typeface="+mj-lt"/>
              </a:rPr>
              <a:t>Structura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condițională</a:t>
            </a:r>
            <a:r>
              <a:rPr lang="en-GB" sz="1600" dirty="0">
                <a:latin typeface="+mj-lt"/>
              </a:rPr>
              <a:t> (if-</a:t>
            </a:r>
            <a:r>
              <a:rPr lang="en-GB" sz="1600" dirty="0" err="1">
                <a:latin typeface="+mj-lt"/>
              </a:rPr>
              <a:t>elif</a:t>
            </a:r>
            <a:r>
              <a:rPr lang="en-GB" sz="1600" dirty="0">
                <a:latin typeface="+mj-lt"/>
              </a:rPr>
              <a:t>-else) </a:t>
            </a:r>
            <a:r>
              <a:rPr lang="en-GB" sz="1600" dirty="0" err="1">
                <a:latin typeface="+mj-lt"/>
              </a:rPr>
              <a:t>asigură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navigarea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între</a:t>
            </a:r>
            <a:r>
              <a:rPr lang="en-GB" sz="1600" dirty="0">
                <a:latin typeface="+mj-lt"/>
              </a:rPr>
              <a:t> module. </a:t>
            </a:r>
            <a:r>
              <a:rPr lang="en-GB" sz="1600" dirty="0" err="1">
                <a:latin typeface="+mj-lt"/>
              </a:rPr>
              <a:t>Persistența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datelor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este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asigurată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prin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manipularea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fișierelor</a:t>
            </a:r>
            <a:r>
              <a:rPr lang="en-GB" sz="1600" dirty="0">
                <a:latin typeface="+mj-lt"/>
              </a:rPr>
              <a:t> text (open cu </a:t>
            </a:r>
            <a:r>
              <a:rPr lang="en-GB" sz="1600" dirty="0" err="1">
                <a:latin typeface="+mj-lt"/>
              </a:rPr>
              <a:t>modurile</a:t>
            </a:r>
            <a:r>
              <a:rPr lang="en-GB" sz="1600" dirty="0">
                <a:latin typeface="+mj-lt"/>
              </a:rPr>
              <a:t> r </a:t>
            </a:r>
            <a:r>
              <a:rPr lang="en-GB" sz="1600" dirty="0" err="1">
                <a:latin typeface="+mj-lt"/>
              </a:rPr>
              <a:t>pentru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citire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și</a:t>
            </a:r>
            <a:r>
              <a:rPr lang="en-GB" sz="1600" dirty="0">
                <a:latin typeface="+mj-lt"/>
              </a:rPr>
              <a:t> w </a:t>
            </a:r>
            <a:r>
              <a:rPr lang="en-GB" sz="1600" dirty="0" err="1">
                <a:latin typeface="+mj-lt"/>
              </a:rPr>
              <a:t>pentru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scriere</a:t>
            </a:r>
            <a:r>
              <a:rPr lang="en-GB" sz="1600" dirty="0">
                <a:latin typeface="+mj-lt"/>
              </a:rPr>
              <a:t>), </a:t>
            </a:r>
            <a:r>
              <a:rPr lang="en-GB" sz="1600" dirty="0" err="1">
                <a:latin typeface="+mj-lt"/>
              </a:rPr>
              <a:t>incluzând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blocuri</a:t>
            </a:r>
            <a:r>
              <a:rPr lang="en-GB" sz="1600" dirty="0">
                <a:latin typeface="+mj-lt"/>
              </a:rPr>
              <a:t> try-except </a:t>
            </a:r>
            <a:r>
              <a:rPr lang="en-GB" sz="1600" dirty="0" err="1">
                <a:latin typeface="+mj-lt"/>
              </a:rPr>
              <a:t>pentru</a:t>
            </a:r>
            <a:r>
              <a:rPr lang="en-GB" sz="1600" dirty="0">
                <a:latin typeface="+mj-lt"/>
              </a:rPr>
              <a:t> a </a:t>
            </a:r>
            <a:r>
              <a:rPr lang="en-GB" sz="1600" dirty="0" err="1">
                <a:latin typeface="+mj-lt"/>
              </a:rPr>
              <a:t>gestiona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erorile</a:t>
            </a:r>
            <a:r>
              <a:rPr lang="en-GB" sz="1600" dirty="0">
                <a:latin typeface="+mj-lt"/>
              </a:rPr>
              <a:t> de I/O (Input/Output), </a:t>
            </a:r>
            <a:r>
              <a:rPr lang="en-GB" sz="1600" dirty="0" err="1">
                <a:latin typeface="+mj-lt"/>
              </a:rPr>
              <a:t>prevenind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astfel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blocarea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programului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dacă</a:t>
            </a:r>
            <a:r>
              <a:rPr lang="en-GB" sz="1600" dirty="0">
                <a:latin typeface="+mj-lt"/>
              </a:rPr>
              <a:t> un </a:t>
            </a:r>
            <a:r>
              <a:rPr lang="en-GB" sz="1600" dirty="0" err="1">
                <a:latin typeface="+mj-lt"/>
              </a:rPr>
              <a:t>fișier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lipsește</a:t>
            </a:r>
            <a:r>
              <a:rPr lang="en-GB" sz="1600" dirty="0">
                <a:latin typeface="+mj-lt"/>
              </a:rPr>
              <a:t>.</a:t>
            </a:r>
          </a:p>
          <a:p>
            <a:pPr>
              <a:buNone/>
            </a:pPr>
            <a:r>
              <a:rPr lang="en-GB" sz="1600" dirty="0" err="1">
                <a:latin typeface="+mj-lt"/>
              </a:rPr>
              <a:t>În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concluzie</a:t>
            </a:r>
            <a:r>
              <a:rPr lang="en-GB" sz="1600" dirty="0">
                <a:latin typeface="+mj-lt"/>
              </a:rPr>
              <a:t>, </a:t>
            </a:r>
            <a:r>
              <a:rPr lang="en-GB" sz="1600" dirty="0" err="1">
                <a:latin typeface="+mj-lt"/>
              </a:rPr>
              <a:t>codul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este</a:t>
            </a:r>
            <a:r>
              <a:rPr lang="en-GB" sz="1600" dirty="0">
                <a:latin typeface="+mj-lt"/>
              </a:rPr>
              <a:t> un </a:t>
            </a:r>
            <a:r>
              <a:rPr lang="en-GB" sz="1600" dirty="0" err="1">
                <a:latin typeface="+mj-lt"/>
              </a:rPr>
              <a:t>exemplu</a:t>
            </a:r>
            <a:r>
              <a:rPr lang="en-GB" sz="1600" dirty="0">
                <a:latin typeface="+mj-lt"/>
              </a:rPr>
              <a:t> de </a:t>
            </a:r>
            <a:r>
              <a:rPr lang="en-GB" sz="1600" b="1" dirty="0" err="1">
                <a:latin typeface="+mj-lt"/>
              </a:rPr>
              <a:t>programare</a:t>
            </a:r>
            <a:r>
              <a:rPr lang="en-GB" sz="1600" b="1" dirty="0">
                <a:latin typeface="+mj-lt"/>
              </a:rPr>
              <a:t> </a:t>
            </a:r>
            <a:r>
              <a:rPr lang="en-GB" sz="1600" b="1" dirty="0" err="1">
                <a:latin typeface="+mj-lt"/>
              </a:rPr>
              <a:t>imperativă</a:t>
            </a:r>
            <a:r>
              <a:rPr lang="en-GB" sz="1600" dirty="0">
                <a:latin typeface="+mj-lt"/>
              </a:rPr>
              <a:t>, </a:t>
            </a:r>
            <a:r>
              <a:rPr lang="en-GB" sz="1600" dirty="0" err="1">
                <a:latin typeface="+mj-lt"/>
              </a:rPr>
              <a:t>punând</a:t>
            </a:r>
            <a:r>
              <a:rPr lang="en-GB" sz="1600" dirty="0">
                <a:latin typeface="+mj-lt"/>
              </a:rPr>
              <a:t> accent pe </a:t>
            </a:r>
            <a:r>
              <a:rPr lang="en-GB" sz="1600" dirty="0" err="1">
                <a:latin typeface="+mj-lt"/>
              </a:rPr>
              <a:t>vizibilitatea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globală</a:t>
            </a:r>
            <a:r>
              <a:rPr lang="en-GB" sz="1600" dirty="0">
                <a:latin typeface="+mj-lt"/>
              </a:rPr>
              <a:t> a </a:t>
            </a:r>
            <a:r>
              <a:rPr lang="en-GB" sz="1600" dirty="0" err="1">
                <a:latin typeface="+mj-lt"/>
              </a:rPr>
              <a:t>datelor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și</a:t>
            </a:r>
            <a:r>
              <a:rPr lang="en-GB" sz="1600" dirty="0">
                <a:latin typeface="+mj-lt"/>
              </a:rPr>
              <a:t> pe </a:t>
            </a:r>
            <a:r>
              <a:rPr lang="en-GB" sz="1600" dirty="0" err="1">
                <a:latin typeface="+mj-lt"/>
              </a:rPr>
              <a:t>implementarea</a:t>
            </a:r>
            <a:r>
              <a:rPr lang="en-GB" sz="1600" dirty="0">
                <a:latin typeface="+mj-lt"/>
              </a:rPr>
              <a:t> </a:t>
            </a:r>
            <a:r>
              <a:rPr lang="en-GB" sz="1600" dirty="0" err="1">
                <a:latin typeface="+mj-lt"/>
              </a:rPr>
              <a:t>explicită</a:t>
            </a:r>
            <a:r>
              <a:rPr lang="en-GB" sz="1600" dirty="0">
                <a:latin typeface="+mj-lt"/>
              </a:rPr>
              <a:t> a </a:t>
            </a:r>
            <a:r>
              <a:rPr lang="en-GB" sz="1600" dirty="0" err="1">
                <a:latin typeface="+mj-lt"/>
              </a:rPr>
              <a:t>algoritmilor</a:t>
            </a:r>
            <a:r>
              <a:rPr lang="en-GB" sz="1600" dirty="0">
                <a:latin typeface="+mj-lt"/>
              </a:rPr>
              <a:t> de </a:t>
            </a:r>
            <a:r>
              <a:rPr lang="en-GB" sz="1600" dirty="0" err="1">
                <a:latin typeface="+mj-lt"/>
              </a:rPr>
              <a:t>bază</a:t>
            </a:r>
            <a:r>
              <a:rPr lang="en-GB" sz="16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3545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31A51-500E-FB05-24C1-FBE9174ED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8514AA-1AAD-DE59-3B01-7F2403C090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77481"/>
            <a:ext cx="11573197" cy="724247"/>
          </a:xfrm>
        </p:spPr>
        <p:txBody>
          <a:bodyPr/>
          <a:lstStyle/>
          <a:p>
            <a:r>
              <a:rPr lang="ro-RO" b="1" dirty="0"/>
              <a:t>Funcționare</a:t>
            </a:r>
            <a:r>
              <a:rPr lang="en-GB" b="1" dirty="0"/>
              <a:t>:</a:t>
            </a:r>
            <a:endParaRPr lang="en-US" b="1" dirty="0"/>
          </a:p>
        </p:txBody>
      </p:sp>
      <p:sp>
        <p:nvSpPr>
          <p:cNvPr id="28" name="직사각형 113">
            <a:extLst>
              <a:ext uri="{FF2B5EF4-FFF2-40B4-BE49-F238E27FC236}">
                <a16:creationId xmlns:a16="http://schemas.microsoft.com/office/drawing/2014/main" id="{813B4974-E1ED-45BF-633C-490640DFA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960" y="4538614"/>
            <a:ext cx="10467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charset="0"/>
              </a:rPr>
              <a:t>2018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32" name="직사각형 113">
            <a:extLst>
              <a:ext uri="{FF2B5EF4-FFF2-40B4-BE49-F238E27FC236}">
                <a16:creationId xmlns:a16="http://schemas.microsoft.com/office/drawing/2014/main" id="{C26A1849-48BC-6948-ACEC-9FE74AE15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905" y="2017628"/>
            <a:ext cx="10467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charset="0"/>
              </a:rPr>
              <a:t>2016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33" name="직사각형 113">
            <a:extLst>
              <a:ext uri="{FF2B5EF4-FFF2-40B4-BE49-F238E27FC236}">
                <a16:creationId xmlns:a16="http://schemas.microsoft.com/office/drawing/2014/main" id="{814ABE25-0575-A2C6-4A80-ACB183FC2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850" y="2017628"/>
            <a:ext cx="10467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charset="0"/>
              </a:rPr>
              <a:t>2015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170761-6CB0-E9E1-DB60-97E604772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987" y="1183346"/>
            <a:ext cx="5344271" cy="14480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43325-1FE3-3093-8E7F-EA26823DC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3846"/>
            <a:ext cx="5426015" cy="1267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C53C08-B9DC-8A8B-6CC5-0795ABCDC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" y="2540848"/>
            <a:ext cx="3038899" cy="25435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3D2C5D-16FD-3FFC-F0F1-B087E484A2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2166" y="2540848"/>
            <a:ext cx="3191320" cy="21910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8976B8-8467-DDC1-C354-B83EA9E084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138" y="5182843"/>
            <a:ext cx="2410161" cy="14956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2DBCC74-9776-3C91-ED3D-DFA53634EF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0532" y="4869797"/>
            <a:ext cx="3309763" cy="18086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98D39EF-72B5-5EFF-1C7D-B4904210EE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7523" y="2812966"/>
            <a:ext cx="3560157" cy="318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884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563DD1-93EA-1312-3F21-286527727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98" y="93785"/>
            <a:ext cx="4452497" cy="2505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AE94CB-D5C0-5948-4544-76166C9EF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674" y="72897"/>
            <a:ext cx="2682651" cy="27944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936862-AB09-253C-7C4A-B2D2D074D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704" y="72897"/>
            <a:ext cx="4325187" cy="27291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4A0292-E0E2-0D2F-D72C-EDEEEAFB2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30" y="2667937"/>
            <a:ext cx="3441724" cy="11018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A7CC33-6C28-6004-5C7C-4D0505545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630" y="3793270"/>
            <a:ext cx="3530849" cy="30647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D8D8F3-ACCC-70B6-D078-508EA6F954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4690" y="2932981"/>
            <a:ext cx="4867954" cy="18586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4465578-9027-1FD5-4C7F-62393366FC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5638" y="5486400"/>
            <a:ext cx="5223703" cy="12890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3505578-B3C6-0060-D55E-6611532F57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5162" y="4922597"/>
            <a:ext cx="2828330" cy="139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893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128FA8-471C-6043-69F9-5BAEC5985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4" y="167096"/>
            <a:ext cx="2269705" cy="9457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B5A008-B008-D902-F829-089089ACB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44" y="1134373"/>
            <a:ext cx="2791215" cy="1981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791C77-F9F5-3538-D6C0-5ACF51932199}"/>
              </a:ext>
            </a:extLst>
          </p:cNvPr>
          <p:cNvSpPr txBox="1"/>
          <p:nvPr/>
        </p:nvSpPr>
        <p:spPr>
          <a:xfrm>
            <a:off x="6755" y="3137416"/>
            <a:ext cx="3191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Deoarece fișierul nu există!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DF181-2E04-D0BA-C8BF-45AFEE309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44" y="3563732"/>
            <a:ext cx="2829320" cy="647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090D72-A57A-F5FB-C2EC-BB94ADE00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8937" y="134732"/>
            <a:ext cx="3255600" cy="66341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CF9B17-A075-2ACE-9388-B660901ED5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0115" y="77637"/>
            <a:ext cx="3460477" cy="67027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2909D49-F756-4FF7-E5E1-B975C0E151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6494" y="1877719"/>
            <a:ext cx="3523362" cy="72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112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o-RO" dirty="0"/>
              <a:t>BIBLIOGRAFIE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782E95-6009-4594-BD31-1E707EFCAE25}"/>
              </a:ext>
            </a:extLst>
          </p:cNvPr>
          <p:cNvSpPr txBox="1"/>
          <p:nvPr/>
        </p:nvSpPr>
        <p:spPr>
          <a:xfrm>
            <a:off x="1235669" y="5651634"/>
            <a:ext cx="1352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FC533E-E679-3BC6-D901-B30575F15315}"/>
              </a:ext>
            </a:extLst>
          </p:cNvPr>
          <p:cNvSpPr txBox="1"/>
          <p:nvPr/>
        </p:nvSpPr>
        <p:spPr>
          <a:xfrm>
            <a:off x="388189" y="1673525"/>
            <a:ext cx="109037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PENTRU REALIZAREA PROIECTULUI M-AM FOLOAIT DE URMATOARELE MATERIALE: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De </a:t>
            </a:r>
            <a:r>
              <a:rPr lang="en-GB" dirty="0" err="1"/>
              <a:t>siteul</a:t>
            </a:r>
            <a:r>
              <a:rPr lang="en-GB" dirty="0"/>
              <a:t> W3shools: </a:t>
            </a:r>
            <a:r>
              <a:rPr lang="en-GB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https://www.w3schools.com/python/default.asp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De </a:t>
            </a:r>
            <a:r>
              <a:rPr lang="en-GB" dirty="0" err="1"/>
              <a:t>cursurile</a:t>
            </a:r>
            <a:r>
              <a:rPr lang="en-GB" dirty="0"/>
              <a:t> </a:t>
            </a:r>
            <a:r>
              <a:rPr lang="en-GB" dirty="0" err="1"/>
              <a:t>domnului</a:t>
            </a:r>
            <a:r>
              <a:rPr lang="en-GB" dirty="0"/>
              <a:t> </a:t>
            </a:r>
            <a:r>
              <a:rPr lang="en-GB" dirty="0" err="1"/>
              <a:t>profesor</a:t>
            </a:r>
            <a:r>
              <a:rPr lang="en-GB" dirty="0"/>
              <a:t> Cosmin Sabo de pe KB: </a:t>
            </a:r>
            <a:r>
              <a:rPr lang="en-GB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https://kb.cunbm.utcluj.ro/course/view.php?id=1106</a:t>
            </a:r>
            <a:endParaRPr lang="en-GB" dirty="0"/>
          </a:p>
          <a:p>
            <a:r>
              <a:rPr lang="en-GB" dirty="0"/>
              <a:t>     </a:t>
            </a:r>
            <a:r>
              <a:rPr lang="en-GB" u="sng" dirty="0">
                <a:hlinkClick r:id="rId4"/>
              </a:rPr>
              <a:t>https://kb.cunbm.utcluj.ro/course/view.php?id=38</a:t>
            </a:r>
            <a:endParaRPr lang="en-GB" u="sng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o-RO" dirty="0"/>
              <a:t>Și în special de cursul 14</a:t>
            </a:r>
            <a:r>
              <a:rPr lang="en-GB" dirty="0"/>
              <a:t>:</a:t>
            </a:r>
            <a:r>
              <a:rPr lang="ro-RO" dirty="0"/>
              <a:t> https://kb.cunbm.utcluj.ro/mod/scorm/player.php</a:t>
            </a:r>
            <a:endParaRPr lang="en-GB" dirty="0"/>
          </a:p>
          <a:p>
            <a:r>
              <a:rPr lang="en-GB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AA9866-E11A-C109-F26C-C51901277280}"/>
              </a:ext>
            </a:extLst>
          </p:cNvPr>
          <p:cNvSpPr txBox="1"/>
          <p:nvPr/>
        </p:nvSpPr>
        <p:spPr>
          <a:xfrm>
            <a:off x="1958196" y="3830128"/>
            <a:ext cx="7763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srgbClr val="FF0000"/>
                </a:solidFill>
              </a:rPr>
              <a:t>Proiectul</a:t>
            </a:r>
            <a:r>
              <a:rPr lang="en-GB" sz="2400" dirty="0">
                <a:solidFill>
                  <a:srgbClr val="FF0000"/>
                </a:solidFill>
              </a:rPr>
              <a:t> l-am </a:t>
            </a:r>
            <a:r>
              <a:rPr lang="en-GB" sz="2400" dirty="0" err="1">
                <a:solidFill>
                  <a:srgbClr val="FF0000"/>
                </a:solidFill>
              </a:rPr>
              <a:t>dezvoltat</a:t>
            </a:r>
            <a:r>
              <a:rPr lang="en-GB" sz="2400" dirty="0">
                <a:solidFill>
                  <a:srgbClr val="FF0000"/>
                </a:solidFill>
              </a:rPr>
              <a:t> cu </a:t>
            </a:r>
            <a:r>
              <a:rPr lang="en-GB" sz="2400" dirty="0" err="1">
                <a:solidFill>
                  <a:srgbClr val="FF0000"/>
                </a:solidFill>
              </a:rPr>
              <a:t>ajutorul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aplica</a:t>
            </a:r>
            <a:r>
              <a:rPr lang="ro-RO" sz="2400" dirty="0">
                <a:solidFill>
                  <a:srgbClr val="FF0000"/>
                </a:solidFill>
              </a:rPr>
              <a:t>ț</a:t>
            </a:r>
            <a:r>
              <a:rPr lang="en-GB" sz="2400" dirty="0" err="1">
                <a:solidFill>
                  <a:srgbClr val="FF0000"/>
                </a:solidFill>
              </a:rPr>
              <a:t>iei</a:t>
            </a:r>
            <a:r>
              <a:rPr lang="en-GB" sz="2400" dirty="0">
                <a:solidFill>
                  <a:srgbClr val="FF0000"/>
                </a:solidFill>
              </a:rPr>
              <a:t> PyCharm</a:t>
            </a:r>
            <a:r>
              <a:rPr lang="ro-RO" sz="2400" dirty="0">
                <a:solidFill>
                  <a:srgbClr val="FF0000"/>
                </a:solidFill>
              </a:rPr>
              <a:t>!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1EAE27-FF97-BFF0-A640-9CC87D016FFD}"/>
              </a:ext>
            </a:extLst>
          </p:cNvPr>
          <p:cNvSpPr txBox="1"/>
          <p:nvPr/>
        </p:nvSpPr>
        <p:spPr>
          <a:xfrm>
            <a:off x="323529" y="4968815"/>
            <a:ext cx="8923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206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https://github.com/CristiAbraham26/ProiectSEM1-final</a:t>
            </a:r>
            <a:r>
              <a:rPr lang="ro-RO" dirty="0">
                <a:solidFill>
                  <a:srgbClr val="002060"/>
                </a:solidFill>
              </a:rPr>
              <a:t>  - linkul de la Gitub</a:t>
            </a:r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6009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8CEC6EF-3D6C-421F-B82A-F3549DDDEB81}"/>
              </a:ext>
            </a:extLst>
          </p:cNvPr>
          <p:cNvSpPr/>
          <p:nvPr/>
        </p:nvSpPr>
        <p:spPr>
          <a:xfrm>
            <a:off x="0" y="2373923"/>
            <a:ext cx="12192000" cy="2110154"/>
          </a:xfrm>
          <a:prstGeom prst="rect">
            <a:avLst/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E2714A-BE29-4E83-A155-D5802C472B0A}"/>
              </a:ext>
            </a:extLst>
          </p:cNvPr>
          <p:cNvSpPr txBox="1"/>
          <p:nvPr/>
        </p:nvSpPr>
        <p:spPr>
          <a:xfrm>
            <a:off x="0" y="2769507"/>
            <a:ext cx="1219200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o-RO" altLang="ko-KR" sz="6000" dirty="0">
                <a:solidFill>
                  <a:schemeClr val="bg1"/>
                </a:solidFill>
                <a:cs typeface="Arial" pitchFamily="34" charset="0"/>
              </a:rPr>
              <a:t>VĂ MULȚUMESC PENTRU ATENȚIE!</a:t>
            </a:r>
            <a:endParaRPr lang="ko-KR" altLang="en-US" sz="60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158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ver and End Slide Master">
  <a:themeElements>
    <a:clrScheme name="ALLPPT - COLOR 0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FBFD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1F"/>
      </a:accent6>
      <a:hlink>
        <a:srgbClr val="FFFFFF"/>
      </a:hlink>
      <a:folHlink>
        <a:srgbClr val="26262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 - COLOR 0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FBFD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1F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 - COLOR 0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FBFD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1F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4077</TotalTime>
  <Words>2058</Words>
  <Application>Microsoft Office PowerPoint</Application>
  <PresentationFormat>Widescreen</PresentationFormat>
  <Paragraphs>104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Abadi ExtraLight</vt:lpstr>
      <vt:lpstr>Algerian</vt:lpstr>
      <vt:lpstr>Arial</vt:lpstr>
      <vt:lpstr>Courier New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Cristian Razvan Abraham</cp:lastModifiedBy>
  <cp:revision>59</cp:revision>
  <dcterms:created xsi:type="dcterms:W3CDTF">2020-01-20T05:08:25Z</dcterms:created>
  <dcterms:modified xsi:type="dcterms:W3CDTF">2026-01-10T18:09:20Z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2026-01-10T18:04:15Z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3c7dfea0-8b2d-4727-94f9-9c20bb2f9a7f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